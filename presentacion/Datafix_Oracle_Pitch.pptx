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73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7D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PRE-CHEQUEO ORACLE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Datafix Oracle</a:t>
            </a:r>
            <a:endParaRPr lang="en-US" sz="7400" dirty="0"/>
          </a:p>
          <a:p>
            <a:pPr marL="0" indent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Automático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Validar, depurar y pre-chequear scripts SQL/PL-SQL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tocar producción.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22814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12080"/>
            <a:ext cx="2281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sintáctica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95828" y="5212080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5828" y="521208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reglas de auditoría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47004" y="52120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7004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con ROLLBACK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4444" y="5212080"/>
            <a:ext cx="158648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4444" y="5212080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0–100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7D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</a:t>
            </a:r>
            <a:r>
              <a:rPr lang="en-US" sz="1100" dirty="0" err="1" smtClean="0">
                <a:solidFill>
                  <a:srgbClr val="7D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r>
              <a:rPr lang="en-US" sz="1100" dirty="0" smtClean="0">
                <a:solidFill>
                  <a:srgbClr val="7D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rgbClr val="7D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Abril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cambio sobre Oracle es un riesgo latente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DBA y equipos de desarrollo reciben scripts de cambio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deben aplicar sobre producción. Pero: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script se revisa a mano; los criterios varían entre personas.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invisibles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críticos (DROP, TRUNCATE, ALTER SYSTEM) pasan sin alerta.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simulación real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directo en QA o peor aún, en producción.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48640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86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inexistente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806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trazabilidad formal del cambio ni de quién lo validó.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1691640"/>
            <a:ext cx="4572000" cy="45720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COSTO?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hora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731520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caída media del core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0" y="3977640"/>
            <a:ext cx="4206240" cy="0"/>
          </a:xfrm>
          <a:prstGeom prst="line">
            <a:avLst/>
          </a:prstGeom>
          <a:noFill/>
          <a:ln w="12700">
            <a:solidFill>
              <a:srgbClr val="3A4A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300K 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promedio por incidente crítico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5212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72 %  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incidentes provienen de cambios humanos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</a:t>
            </a:r>
            <a:r>
              <a:rPr lang="en-US" sz="900" dirty="0" err="1" smtClean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</a:t>
            </a:r>
            <a:r>
              <a:rPr lang="en-US" sz="900" dirty="0" smtClean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Automático  ·  Validación · Auditoría · Pre-Chequeo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Datafix Oracle Automático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pre-chequeo integral de scripts Oracle en minutos, antes de producción.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20040"/>
          </a:xfrm>
          <a:prstGeom prst="rect">
            <a:avLst/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68296"/>
            <a:ext cx="155448" cy="1554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368296"/>
            <a:ext cx="155448" cy="1554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2368296"/>
            <a:ext cx="155448" cy="1554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   —   Datafix Oracle Automático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6858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 Datafix Oracle Automático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·  Administrador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301752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474720"/>
            <a:ext cx="26289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474720"/>
            <a:ext cx="26289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Editor 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o escriba el script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5623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6140" y="3474720"/>
            <a:ext cx="26289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06140" y="3474720"/>
            <a:ext cx="26289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9020" y="37033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Validar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89020" y="4206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+ reglas críticas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89020" y="5623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902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26289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474720"/>
            <a:ext cx="26289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033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 DRY RUN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9360" y="4206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real con ROLLBACK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5623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46820" y="3474720"/>
            <a:ext cx="26289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846820" y="3474720"/>
            <a:ext cx="26289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9700" y="37033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Reporte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29700" y="4206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y veredicto 0–100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29700" y="5623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2970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268" y="137693"/>
            <a:ext cx="4064704" cy="2041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script crudo a aprobación — en 4 pasos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2194560"/>
            <a:ext cx="26060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Validar sintaxis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Paréntesis, BEGIN/END,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terminadores.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194560"/>
            <a:ext cx="26060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Auditar reglas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reglas Oracle críticas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(DROP, TRUNCATE, …).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⚑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89320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2194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2194560"/>
            <a:ext cx="26060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Simular (DRY RUN)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+ ROLLBACK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Oracle XE real.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778240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➜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961120" y="21945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0" y="2194560"/>
            <a:ext cx="26060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126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9828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 + Puntaje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3657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descargable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final 0–100.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9828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 De 2 días de revisión manual a 2 minutos de pre-chequeo automatizado.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sintáctica SQL / PL-SQL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línea de defensa: detectar errores antes de siquiera pensar en ejecutar.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 de paréntesis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587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PLS-00103 en runtime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BEGIN/END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PL/SQL correctos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Terminadores y puntos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statement, un punto y coma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056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segundo por script típico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194560"/>
            <a:ext cx="5577840" cy="4114800"/>
          </a:xfrm>
          <a:prstGeom prst="rect">
            <a:avLst/>
          </a:prstGeom>
          <a:solidFill>
            <a:srgbClr val="0B1226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194560"/>
            <a:ext cx="5577840" cy="3657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 SQL — script_01.sql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697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Actualiza datos de empleados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9260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employees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salary = salary * 1.10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383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department_id = 20;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611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0690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r IN (SELECT * FROM audit_log)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4297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DBMS_OUTPUT.PUT_LINE(r.msg);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LOOP;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4983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5715000"/>
            <a:ext cx="5212080" cy="411480"/>
          </a:xfrm>
          <a:prstGeom prst="rect">
            <a:avLst/>
          </a:prstGeom>
          <a:solidFill>
            <a:srgbClr val="052E1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5715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Sintaxis OK  ·  11 líneas  ·  2 statements  ·  0 errores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Auditoría de código con 10 reglas Oracle críticas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sobre los comandos que históricamente destruyen producción.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420624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REGLAS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974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26974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734056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7340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4495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304495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3081528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081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3392424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9242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39242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429000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739896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3989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373989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DBA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776472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76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08736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40873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sin WHERE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4123944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1239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4434840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43484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00200" y="4434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sin WHERE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471416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4714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" y="4782312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78231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00200" y="478231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dentro FOR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818888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818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" y="5129784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12978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00200" y="512978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sin CLOSE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5166360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5166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" y="5477256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47725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600200" y="547725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5513832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5513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5800" y="5824728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82472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600200" y="582472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password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92040" y="5861304"/>
            <a:ext cx="1005840" cy="22860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58613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09360" y="224028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53796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AUDITORÍA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37960" y="27432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CRÍTICO: 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01000" y="2743200"/>
            <a:ext cx="1188720" cy="320040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0100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ALTO: 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281160" y="2743200"/>
            <a:ext cx="1188720" cy="320040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8116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MEDIO: 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537960" y="3246120"/>
            <a:ext cx="484632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940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ORA-001  ·  CRÍTICO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62940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detectado — operación destructiva irreversible sin WHERE.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62940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Match: DROP TABLE employees_old;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62940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tabla de respaldo + ALTER antes del DROP.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37960" y="4663440"/>
            <a:ext cx="484632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ORA-005  ·  ALTO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62940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sin cláusula WHERE — afectará todas las filas.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629400" y="5349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Match: UPDATE employees SET salary = 0;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629400" y="5623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Añada WHERE con clave primaria o filtro de negocio.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 RUN con motor Oracle XE real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simulador que ejecuta el script de verdad — y luego hace ROLLBACK.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822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59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SAVEPOINT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dryrun_sp;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</a:rPr>
              <a:t>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108960" y="2286000"/>
            <a:ext cx="2377440" cy="822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EXPLAIN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dbms_xplan.display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</a:rPr>
              <a:t>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943600" y="2286000"/>
            <a:ext cx="2377440" cy="822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Ejecutar 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statement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</a:rPr>
              <a:t>➜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778240" y="2286000"/>
            <a:ext cx="283464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824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ROLLBACK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dryrun_sp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7315200" cy="2743200"/>
          </a:xfrm>
          <a:prstGeom prst="rect">
            <a:avLst/>
          </a:prstGeom>
          <a:solidFill>
            <a:srgbClr val="0B1226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20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  Consola DRY RUN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[TX]  SAVEPOINT dryrun_sp;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270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[EP]  EXPLAIN PLAN — ACCESS FULL EMPLOYEES  cost=4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628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 UPDATE employees ... 214 filas afectadas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554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 INSERT INTO audit_log ... 1 fila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1480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[KO]  ORA-00942: la tabla o vista no existe — saltando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440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[TX]  ROLLBACK TO SAVEPOINT dryrun_sp;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7332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 Cambios revertidos — BD intacta 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52044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406908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persistencia en BD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por statement — no frena el lote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507492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0" y="5074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ejecución real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0" y="557784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95360" y="5577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auditables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 ejecutivo con puntaje 0–100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número que responde: ¿puedo aplicar este cambio en producción?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2651760" cy="2651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55648" y="2487168"/>
            <a:ext cx="2249424" cy="22494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6517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55448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4480560" cy="685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52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6080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 -  25*CRITICO  -  10*ALTO  -  3*MEDIO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6217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286000"/>
            <a:ext cx="6217920" cy="5486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286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 Reporte_Datafix_20260424.html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3017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Datafix Oracle Automático — Reporte de Pre-Chequeo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0" y="3429000"/>
            <a:ext cx="5760720" cy="30175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4290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34290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payroll_fix_2026.sql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37307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373075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diego.dev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4032504"/>
            <a:ext cx="5760720" cy="30175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403250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403250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43342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43342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a91f4c02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4636008"/>
            <a:ext cx="5760720" cy="30175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463600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52360" y="463600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49377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493776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CRÍTICO · 2 ALTO · 0 MEDIO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5239512"/>
            <a:ext cx="5760720" cy="30175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52395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523951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ROLLBACK exitoso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55412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52360" y="55412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CON OBSERVACIONES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75520" y="58978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0" y="5897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Descargar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granular: usuarios, roles y AD integrado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clic queda auditado. Cada permiso es revocable.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PREDEFINIDOS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48640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60320"/>
            <a:ext cx="9144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96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permisos · control 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00400"/>
            <a:ext cx="9144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369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reglas, bitácora y reportes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8640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40480"/>
            <a:ext cx="9144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77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114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simula; sin cambios de reglas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48640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0560"/>
            <a:ext cx="9144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754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y aprueba en todos los entornos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548640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120640"/>
            <a:ext cx="9144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57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dashboards y scripts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19456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2194560"/>
            <a:ext cx="5120640" cy="50292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194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 Integración Active Directory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2834640"/>
            <a:ext cx="2103120" cy="365760"/>
          </a:xfrm>
          <a:prstGeom prst="rect">
            <a:avLst/>
          </a:prstGeom>
          <a:solidFill>
            <a:srgbClr val="E7EC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32520" y="2834640"/>
            <a:ext cx="1828800" cy="365760"/>
          </a:xfrm>
          <a:prstGeom prst="rect">
            <a:avLst/>
          </a:prstGeom>
          <a:solidFill>
            <a:srgbClr val="E7EC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mapeado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61320" y="2834640"/>
            <a:ext cx="1005840" cy="365760"/>
          </a:xfrm>
          <a:prstGeom prst="rect">
            <a:avLst/>
          </a:prstGeom>
          <a:solidFill>
            <a:srgbClr val="E7EC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52760" y="2834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320040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CN=DBA_TEAM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32520" y="32004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561320" y="320040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52760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9400" y="3611880"/>
            <a:ext cx="210312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CN=DEV_BACKEND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732520" y="3611880"/>
            <a:ext cx="1828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2396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561320" y="3611880"/>
            <a:ext cx="100584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5276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9400" y="402336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CN=SEC_AUDIT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732520" y="402336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2396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561320" y="40233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52760" y="4023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29400" y="4434840"/>
            <a:ext cx="210312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CN=APP_READONLY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732520" y="4434840"/>
            <a:ext cx="1828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23960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561320" y="4434840"/>
            <a:ext cx="100584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52760" y="4434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9400" y="484632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732520" y="484632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23960" y="4846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561320" y="484632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652760" y="4846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92240" y="5852160"/>
            <a:ext cx="512064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5852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Sincronización automática · Revocación instantánea al salir del grupo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simple, desplegable en 5 minutos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3657600" cy="5486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 ·  Tailwind  ·  Vanilla 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Editor SQL con sintaxis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de auditoría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Reportes descargables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Zero-install para el usuario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28600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286000"/>
            <a:ext cx="3657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FastAPI  ·  oracledb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/api/test-connection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/api/dryrun (SAVEPOINT)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/api/audit + /api/report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 autogenerado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228600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0" y="2286000"/>
            <a:ext cx="36576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Oracle XE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21c  ·  contenedor oficial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PDB XEPDB1 aislado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PLAN real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persistencia en BD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Resetea al reiniciar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4528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02168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⇄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7150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🐳  docker compose up -d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5040" y="57150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stack en un único comando.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medibles desde el primer 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6319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266319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663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-95%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2297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revisión de scripts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horas a minutos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8990" y="2194560"/>
            <a:ext cx="266319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48990" y="2194560"/>
            <a:ext cx="266319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8990" y="2697480"/>
            <a:ext cx="2663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531870" y="4023360"/>
            <a:ext cx="2297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rotos que llegan a prod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1870" y="4572000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automático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9340" y="2194560"/>
            <a:ext cx="266319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9340" y="2194560"/>
            <a:ext cx="266319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9340" y="2697480"/>
            <a:ext cx="2663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332220" y="4023360"/>
            <a:ext cx="2297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del cambio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2220" y="4572000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· cuándo · qué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49690" y="2194560"/>
            <a:ext cx="266319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49690" y="2194560"/>
            <a:ext cx="266319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9690" y="2697480"/>
            <a:ext cx="2663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+60%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9132570" y="4023360"/>
            <a:ext cx="2297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del equipo DBA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32570" y="4572000"/>
            <a:ext cx="2297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firefighting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 · 2 días · criterios dispares · sin rollback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5394960"/>
            <a:ext cx="0" cy="914400"/>
          </a:xfrm>
          <a:prstGeom prst="line">
            <a:avLst/>
          </a:prstGeom>
          <a:noFill/>
          <a:ln w="12700">
            <a:solidFill>
              <a:srgbClr val="3A4A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Pre-chequeo automático · 2 minutos · 10 reglas · ROLLBACK garantizado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Hacia dónde va Datafix Oracle Automático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1033272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32918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· Auditoría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· Reporte 0–100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2272" y="32918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0752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CI/CD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0752" y="4343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hooks · pipelines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ServiceNow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78624" y="3291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8624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47104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47104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47104" y="4343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SQL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Snowflake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94976" y="3291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94976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63456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63456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asistida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63456" y="4343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 fix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autoaprendidas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Validación · Auditoría · Pre-Chequeo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6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Déjanos pre-chequear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tus próximos cambios.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02920" y="3931920"/>
            <a:ext cx="3657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guiada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sesión de 30 min con tu equipo DBA.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3931920"/>
            <a:ext cx="3657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de 2 semanas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tu ambiente de QA. Sin costo.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3931920"/>
            <a:ext cx="36576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42062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productivo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capacitación y soporte.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A4A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6309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D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Oracle Automático  ·  Pitch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1275</Words>
  <Application>Microsoft Office PowerPoint</Application>
  <PresentationFormat>Panorámica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Datafix Oracle Automático — Pitch comercial</dc:title>
  <dc:subject>PptxGenJS Presentation</dc:subject>
  <dc:creator>Datafix Oracle Automático</dc:creator>
  <cp:lastModifiedBy>Usuario de Windows</cp:lastModifiedBy>
  <cp:revision>3</cp:revision>
  <dcterms:created xsi:type="dcterms:W3CDTF">2026-04-24T18:56:25Z</dcterms:created>
  <dcterms:modified xsi:type="dcterms:W3CDTF">2026-04-24T19:08:16Z</dcterms:modified>
</cp:coreProperties>
</file>