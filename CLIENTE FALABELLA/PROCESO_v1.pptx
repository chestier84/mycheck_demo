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F8C408-A49F-4EB6-A5AF-2CB873DED68B}" type="doc">
      <dgm:prSet loTypeId="urn:microsoft.com/office/officeart/2005/8/layout/hProcess7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4F3BFC7-CA32-4AF8-B2B7-A62C0EDFAF88}">
      <dgm:prSet phldrT="[Texto]" custT="1"/>
      <dgm:spPr/>
      <dgm:t>
        <a:bodyPr/>
        <a:lstStyle/>
        <a:p>
          <a:r>
            <a:rPr lang="es-ES" sz="1400" dirty="0" smtClean="0"/>
            <a:t>Desarrollo </a:t>
          </a:r>
          <a:r>
            <a:rPr lang="es-ES" sz="1400" dirty="0" err="1" smtClean="0"/>
            <a:t>Team</a:t>
          </a:r>
          <a:endParaRPr lang="es-ES" sz="1400" dirty="0"/>
        </a:p>
      </dgm:t>
    </dgm:pt>
    <dgm:pt modelId="{A9F9C65D-9A50-4106-8BFA-7B5D4628A9E6}" type="parTrans" cxnId="{786AE1C4-FC24-42C2-9939-631B8DE30729}">
      <dgm:prSet/>
      <dgm:spPr/>
      <dgm:t>
        <a:bodyPr/>
        <a:lstStyle/>
        <a:p>
          <a:endParaRPr lang="es-ES" sz="1400"/>
        </a:p>
      </dgm:t>
    </dgm:pt>
    <dgm:pt modelId="{39D11AEA-DF50-40F4-8138-23C7F61D42C3}" type="sibTrans" cxnId="{786AE1C4-FC24-42C2-9939-631B8DE30729}">
      <dgm:prSet/>
      <dgm:spPr/>
      <dgm:t>
        <a:bodyPr/>
        <a:lstStyle/>
        <a:p>
          <a:endParaRPr lang="es-ES" sz="1400"/>
        </a:p>
      </dgm:t>
    </dgm:pt>
    <dgm:pt modelId="{9FC07B28-0547-41BA-BD1B-130971CA4F48}">
      <dgm:prSet phldrT="[Texto]" custT="1"/>
      <dgm:spPr/>
      <dgm:t>
        <a:bodyPr/>
        <a:lstStyle/>
        <a:p>
          <a:r>
            <a:rPr lang="es-ES" sz="1400" dirty="0" smtClean="0"/>
            <a:t>Solicitud </a:t>
          </a:r>
        </a:p>
        <a:p>
          <a:endParaRPr lang="es-ES" sz="1400" dirty="0" smtClean="0"/>
        </a:p>
        <a:p>
          <a:r>
            <a:rPr lang="es-ES" sz="1400" dirty="0" smtClean="0"/>
            <a:t>Solicitud de revisión</a:t>
          </a:r>
        </a:p>
        <a:p>
          <a:r>
            <a:rPr lang="es-ES" sz="1400" dirty="0" smtClean="0"/>
            <a:t>Correo de los archivos</a:t>
          </a:r>
        </a:p>
        <a:p>
          <a:r>
            <a:rPr lang="es-ES" sz="1400" dirty="0" smtClean="0"/>
            <a:t>Ticket adjunto</a:t>
          </a:r>
        </a:p>
        <a:p>
          <a:r>
            <a:rPr lang="es-ES" sz="1400" dirty="0" smtClean="0"/>
            <a:t>Programar el </a:t>
          </a:r>
          <a:r>
            <a:rPr lang="es-ES" sz="1400" dirty="0" err="1" smtClean="0"/>
            <a:t>Datafix</a:t>
          </a:r>
          <a:endParaRPr lang="es-ES" sz="1400" dirty="0"/>
        </a:p>
      </dgm:t>
    </dgm:pt>
    <dgm:pt modelId="{0678CFF9-B36E-415E-9753-6115514AC809}" type="parTrans" cxnId="{6799A20C-E561-4BB9-A4A7-E0A206A0DF19}">
      <dgm:prSet/>
      <dgm:spPr/>
      <dgm:t>
        <a:bodyPr/>
        <a:lstStyle/>
        <a:p>
          <a:endParaRPr lang="es-ES" sz="1400"/>
        </a:p>
      </dgm:t>
    </dgm:pt>
    <dgm:pt modelId="{25C1CC2F-F096-42E7-A3C5-24CA4814C099}" type="sibTrans" cxnId="{6799A20C-E561-4BB9-A4A7-E0A206A0DF19}">
      <dgm:prSet/>
      <dgm:spPr/>
      <dgm:t>
        <a:bodyPr/>
        <a:lstStyle/>
        <a:p>
          <a:endParaRPr lang="es-ES" sz="1400"/>
        </a:p>
      </dgm:t>
    </dgm:pt>
    <dgm:pt modelId="{B545CEC5-04BB-4FBC-971A-0C64F8D7B9AB}">
      <dgm:prSet phldrT="[Texto]" custT="1"/>
      <dgm:spPr/>
      <dgm:t>
        <a:bodyPr/>
        <a:lstStyle/>
        <a:p>
          <a:r>
            <a:rPr lang="es-ES" sz="1400" dirty="0" smtClean="0"/>
            <a:t>Equipo base de datos</a:t>
          </a:r>
          <a:endParaRPr lang="es-ES" sz="1400" dirty="0"/>
        </a:p>
      </dgm:t>
    </dgm:pt>
    <dgm:pt modelId="{6155D61A-E1CA-41A2-AB32-F5BB09750287}" type="parTrans" cxnId="{F049AF4C-972B-468B-8D4A-A324F20AE069}">
      <dgm:prSet/>
      <dgm:spPr/>
      <dgm:t>
        <a:bodyPr/>
        <a:lstStyle/>
        <a:p>
          <a:endParaRPr lang="es-ES" sz="1400"/>
        </a:p>
      </dgm:t>
    </dgm:pt>
    <dgm:pt modelId="{C8E57392-EB19-45A3-BF8B-F51FB67A5F26}" type="sibTrans" cxnId="{F049AF4C-972B-468B-8D4A-A324F20AE069}">
      <dgm:prSet/>
      <dgm:spPr/>
      <dgm:t>
        <a:bodyPr/>
        <a:lstStyle/>
        <a:p>
          <a:endParaRPr lang="es-ES" sz="1400"/>
        </a:p>
      </dgm:t>
    </dgm:pt>
    <dgm:pt modelId="{07C47851-E76E-41B5-94F9-8A69FD6F5924}">
      <dgm:prSet phldrT="[Texto]" custT="1"/>
      <dgm:spPr/>
      <dgm:t>
        <a:bodyPr/>
        <a:lstStyle/>
        <a:p>
          <a:r>
            <a:rPr lang="es-ES" sz="1400" dirty="0" smtClean="0"/>
            <a:t>Proceso de </a:t>
          </a:r>
          <a:r>
            <a:rPr lang="es-ES" sz="1400" dirty="0" err="1" smtClean="0"/>
            <a:t>Datafix</a:t>
          </a:r>
          <a:endParaRPr lang="es-ES" sz="1400" dirty="0" smtClean="0"/>
        </a:p>
        <a:p>
          <a:r>
            <a:rPr lang="es-ES" sz="1400" dirty="0" smtClean="0"/>
            <a:t>Chequeo</a:t>
          </a:r>
        </a:p>
        <a:p>
          <a:r>
            <a:rPr lang="es-ES" sz="1400" dirty="0" smtClean="0"/>
            <a:t>Revisión</a:t>
          </a:r>
        </a:p>
        <a:p>
          <a:r>
            <a:rPr lang="es-ES" sz="1400" dirty="0" smtClean="0"/>
            <a:t>Validación </a:t>
          </a:r>
        </a:p>
        <a:p>
          <a:r>
            <a:rPr lang="es-ES" sz="1400" dirty="0" smtClean="0"/>
            <a:t>Planificación</a:t>
          </a:r>
        </a:p>
        <a:p>
          <a:r>
            <a:rPr lang="es-ES" sz="1400" dirty="0" smtClean="0"/>
            <a:t>Asignación</a:t>
          </a:r>
        </a:p>
        <a:p>
          <a:r>
            <a:rPr lang="es-ES" sz="1400" dirty="0" smtClean="0"/>
            <a:t>Ejecución</a:t>
          </a:r>
          <a:endParaRPr lang="es-ES" sz="1400" dirty="0"/>
        </a:p>
      </dgm:t>
    </dgm:pt>
    <dgm:pt modelId="{4FFBA6F5-ECBE-4D1F-A935-EFF560B35B5E}" type="parTrans" cxnId="{6AAC712C-DA54-4058-A653-0DD542A8E6E4}">
      <dgm:prSet/>
      <dgm:spPr/>
      <dgm:t>
        <a:bodyPr/>
        <a:lstStyle/>
        <a:p>
          <a:endParaRPr lang="es-ES" sz="1400"/>
        </a:p>
      </dgm:t>
    </dgm:pt>
    <dgm:pt modelId="{0B755F03-701B-4EF2-BD99-06D9B9C7DA1B}" type="sibTrans" cxnId="{6AAC712C-DA54-4058-A653-0DD542A8E6E4}">
      <dgm:prSet/>
      <dgm:spPr/>
      <dgm:t>
        <a:bodyPr/>
        <a:lstStyle/>
        <a:p>
          <a:endParaRPr lang="es-ES" sz="1400"/>
        </a:p>
      </dgm:t>
    </dgm:pt>
    <dgm:pt modelId="{7EB498A9-0358-45A5-A0CC-5D00B3BA7296}">
      <dgm:prSet phldrT="[Texto]" custT="1"/>
      <dgm:spPr/>
      <dgm:t>
        <a:bodyPr/>
        <a:lstStyle/>
        <a:p>
          <a:r>
            <a:rPr lang="es-ES" sz="1400" dirty="0" err="1" smtClean="0"/>
            <a:t>Ejecutador</a:t>
          </a:r>
          <a:r>
            <a:rPr lang="es-ES" sz="1400" dirty="0" smtClean="0"/>
            <a:t>/</a:t>
          </a:r>
          <a:r>
            <a:rPr lang="es-ES" sz="1400" dirty="0" err="1" smtClean="0"/>
            <a:t>Implemnetador</a:t>
          </a:r>
          <a:endParaRPr lang="es-ES" sz="1400" dirty="0"/>
        </a:p>
      </dgm:t>
    </dgm:pt>
    <dgm:pt modelId="{B34F0059-6274-4D3E-AD3B-F37FE7B786E3}" type="parTrans" cxnId="{3FCF886F-33D7-4EC8-872B-E26029DD5E14}">
      <dgm:prSet/>
      <dgm:spPr/>
      <dgm:t>
        <a:bodyPr/>
        <a:lstStyle/>
        <a:p>
          <a:endParaRPr lang="es-ES" sz="1400"/>
        </a:p>
      </dgm:t>
    </dgm:pt>
    <dgm:pt modelId="{FDD7AAB0-31D8-4E60-8D10-5CEF60DC54D6}" type="sibTrans" cxnId="{3FCF886F-33D7-4EC8-872B-E26029DD5E14}">
      <dgm:prSet/>
      <dgm:spPr/>
      <dgm:t>
        <a:bodyPr/>
        <a:lstStyle/>
        <a:p>
          <a:endParaRPr lang="es-ES" sz="1400"/>
        </a:p>
      </dgm:t>
    </dgm:pt>
    <dgm:pt modelId="{2210D3E1-D599-41DD-9F6F-C7EFF74310A9}">
      <dgm:prSet phldrT="[Texto]" custT="1"/>
      <dgm:spPr/>
      <dgm:t>
        <a:bodyPr/>
        <a:lstStyle/>
        <a:p>
          <a:r>
            <a:rPr lang="es-ES" sz="1400" dirty="0" smtClean="0"/>
            <a:t>Revisión o </a:t>
          </a:r>
          <a:r>
            <a:rPr lang="es-ES" sz="1400" dirty="0" err="1" smtClean="0"/>
            <a:t>Rollback</a:t>
          </a:r>
          <a:endParaRPr lang="es-ES" sz="1400" dirty="0" smtClean="0"/>
        </a:p>
        <a:p>
          <a:endParaRPr lang="es-ES" sz="1400" dirty="0" smtClean="0"/>
        </a:p>
        <a:p>
          <a:r>
            <a:rPr lang="es-ES" sz="1400" dirty="0" smtClean="0"/>
            <a:t>Validar en línea</a:t>
          </a:r>
        </a:p>
        <a:p>
          <a:r>
            <a:rPr lang="es-ES" sz="1400" dirty="0" smtClean="0"/>
            <a:t>Ejecución con DEV</a:t>
          </a:r>
        </a:p>
        <a:p>
          <a:r>
            <a:rPr lang="es-ES" sz="1400" dirty="0" smtClean="0"/>
            <a:t>Análisis en caso de falla</a:t>
          </a:r>
        </a:p>
        <a:p>
          <a:r>
            <a:rPr lang="es-ES" sz="1400" dirty="0" smtClean="0"/>
            <a:t>Impacto en falla</a:t>
          </a:r>
        </a:p>
        <a:p>
          <a:r>
            <a:rPr lang="es-ES" sz="1400" dirty="0" smtClean="0"/>
            <a:t>Issues por script</a:t>
          </a:r>
          <a:endParaRPr lang="es-ES" sz="1400" dirty="0"/>
        </a:p>
      </dgm:t>
    </dgm:pt>
    <dgm:pt modelId="{C827B772-BE7E-468F-B037-0E7B6A9751ED}" type="parTrans" cxnId="{F9A1BCEA-B05F-410A-80CD-B74CFDA4C844}">
      <dgm:prSet/>
      <dgm:spPr/>
      <dgm:t>
        <a:bodyPr/>
        <a:lstStyle/>
        <a:p>
          <a:endParaRPr lang="es-ES" sz="1400"/>
        </a:p>
      </dgm:t>
    </dgm:pt>
    <dgm:pt modelId="{2369CD20-06B5-49E3-AE60-788E186BC6E7}" type="sibTrans" cxnId="{F9A1BCEA-B05F-410A-80CD-B74CFDA4C844}">
      <dgm:prSet/>
      <dgm:spPr/>
      <dgm:t>
        <a:bodyPr/>
        <a:lstStyle/>
        <a:p>
          <a:endParaRPr lang="es-ES" sz="1400"/>
        </a:p>
      </dgm:t>
    </dgm:pt>
    <dgm:pt modelId="{71669B88-F44A-4AE8-963D-2D02F7ABFB6D}" type="pres">
      <dgm:prSet presAssocID="{16F8C408-A49F-4EB6-A5AF-2CB873DED68B}" presName="Name0" presStyleCnt="0">
        <dgm:presLayoutVars>
          <dgm:dir/>
          <dgm:animLvl val="lvl"/>
          <dgm:resizeHandles val="exact"/>
        </dgm:presLayoutVars>
      </dgm:prSet>
      <dgm:spPr/>
    </dgm:pt>
    <dgm:pt modelId="{C64CA56B-0488-4D76-BAFA-A35D3A9B5BD9}" type="pres">
      <dgm:prSet presAssocID="{F4F3BFC7-CA32-4AF8-B2B7-A62C0EDFAF88}" presName="compositeNode" presStyleCnt="0">
        <dgm:presLayoutVars>
          <dgm:bulletEnabled val="1"/>
        </dgm:presLayoutVars>
      </dgm:prSet>
      <dgm:spPr/>
    </dgm:pt>
    <dgm:pt modelId="{7F5B4C22-75AA-406E-9359-8E30C8E0792E}" type="pres">
      <dgm:prSet presAssocID="{F4F3BFC7-CA32-4AF8-B2B7-A62C0EDFAF88}" presName="bgRect" presStyleLbl="node1" presStyleIdx="0" presStyleCnt="3"/>
      <dgm:spPr/>
      <dgm:t>
        <a:bodyPr/>
        <a:lstStyle/>
        <a:p>
          <a:endParaRPr lang="es-ES"/>
        </a:p>
      </dgm:t>
    </dgm:pt>
    <dgm:pt modelId="{C61AD5DA-396A-48E2-8D8E-08ED0CD94E16}" type="pres">
      <dgm:prSet presAssocID="{F4F3BFC7-CA32-4AF8-B2B7-A62C0EDFAF88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ACB5733-4909-4538-95DC-84DCC6DB5D07}" type="pres">
      <dgm:prSet presAssocID="{F4F3BFC7-CA32-4AF8-B2B7-A62C0EDFAF88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733C641-3453-4F9F-A528-6297F9AA432F}" type="pres">
      <dgm:prSet presAssocID="{39D11AEA-DF50-40F4-8138-23C7F61D42C3}" presName="hSp" presStyleCnt="0"/>
      <dgm:spPr/>
    </dgm:pt>
    <dgm:pt modelId="{D40F5EE5-EE28-48BB-9A61-0BB911A6E411}" type="pres">
      <dgm:prSet presAssocID="{39D11AEA-DF50-40F4-8138-23C7F61D42C3}" presName="vProcSp" presStyleCnt="0"/>
      <dgm:spPr/>
    </dgm:pt>
    <dgm:pt modelId="{867E3625-0938-4CDD-A46D-C5D775872E10}" type="pres">
      <dgm:prSet presAssocID="{39D11AEA-DF50-40F4-8138-23C7F61D42C3}" presName="vSp1" presStyleCnt="0"/>
      <dgm:spPr/>
    </dgm:pt>
    <dgm:pt modelId="{64255B6C-B00C-4750-B57F-7113C7FE2880}" type="pres">
      <dgm:prSet presAssocID="{39D11AEA-DF50-40F4-8138-23C7F61D42C3}" presName="simulatedConn" presStyleLbl="solidFgAcc1" presStyleIdx="0" presStyleCnt="2"/>
      <dgm:spPr/>
    </dgm:pt>
    <dgm:pt modelId="{D1ED8587-5817-4651-9330-3DC5044BA415}" type="pres">
      <dgm:prSet presAssocID="{39D11AEA-DF50-40F4-8138-23C7F61D42C3}" presName="vSp2" presStyleCnt="0"/>
      <dgm:spPr/>
    </dgm:pt>
    <dgm:pt modelId="{DC991196-B4F9-4CE3-B1E3-4A783668E4F6}" type="pres">
      <dgm:prSet presAssocID="{39D11AEA-DF50-40F4-8138-23C7F61D42C3}" presName="sibTrans" presStyleCnt="0"/>
      <dgm:spPr/>
    </dgm:pt>
    <dgm:pt modelId="{0BEBA579-B82A-484A-B369-E4BD933CE56F}" type="pres">
      <dgm:prSet presAssocID="{B545CEC5-04BB-4FBC-971A-0C64F8D7B9AB}" presName="compositeNode" presStyleCnt="0">
        <dgm:presLayoutVars>
          <dgm:bulletEnabled val="1"/>
        </dgm:presLayoutVars>
      </dgm:prSet>
      <dgm:spPr/>
    </dgm:pt>
    <dgm:pt modelId="{9DEB5D75-60CC-440B-9D09-8E696FB27B47}" type="pres">
      <dgm:prSet presAssocID="{B545CEC5-04BB-4FBC-971A-0C64F8D7B9AB}" presName="bgRect" presStyleLbl="node1" presStyleIdx="1" presStyleCnt="3"/>
      <dgm:spPr/>
      <dgm:t>
        <a:bodyPr/>
        <a:lstStyle/>
        <a:p>
          <a:endParaRPr lang="es-ES"/>
        </a:p>
      </dgm:t>
    </dgm:pt>
    <dgm:pt modelId="{C48AA54B-7FF2-43AD-BD67-EC84983AF6CB}" type="pres">
      <dgm:prSet presAssocID="{B545CEC5-04BB-4FBC-971A-0C64F8D7B9AB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5FF27D2-AB4F-431D-9A58-F870ED8F6A8B}" type="pres">
      <dgm:prSet presAssocID="{B545CEC5-04BB-4FBC-971A-0C64F8D7B9AB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02E0D66-678D-4BEA-AA7B-E5B3941C1A73}" type="pres">
      <dgm:prSet presAssocID="{C8E57392-EB19-45A3-BF8B-F51FB67A5F26}" presName="hSp" presStyleCnt="0"/>
      <dgm:spPr/>
    </dgm:pt>
    <dgm:pt modelId="{6A2DC390-6AE2-4AF8-B146-62E95026110D}" type="pres">
      <dgm:prSet presAssocID="{C8E57392-EB19-45A3-BF8B-F51FB67A5F26}" presName="vProcSp" presStyleCnt="0"/>
      <dgm:spPr/>
    </dgm:pt>
    <dgm:pt modelId="{A5882ECA-95D2-45B4-826D-768443FFD2C6}" type="pres">
      <dgm:prSet presAssocID="{C8E57392-EB19-45A3-BF8B-F51FB67A5F26}" presName="vSp1" presStyleCnt="0"/>
      <dgm:spPr/>
    </dgm:pt>
    <dgm:pt modelId="{EB3AC5D0-1D8A-4E3D-A941-008FDDF7C14B}" type="pres">
      <dgm:prSet presAssocID="{C8E57392-EB19-45A3-BF8B-F51FB67A5F26}" presName="simulatedConn" presStyleLbl="solidFgAcc1" presStyleIdx="1" presStyleCnt="2"/>
      <dgm:spPr/>
    </dgm:pt>
    <dgm:pt modelId="{AC13DD51-D5AB-44D4-83F7-9CD3DC55F142}" type="pres">
      <dgm:prSet presAssocID="{C8E57392-EB19-45A3-BF8B-F51FB67A5F26}" presName="vSp2" presStyleCnt="0"/>
      <dgm:spPr/>
    </dgm:pt>
    <dgm:pt modelId="{28EB3E5F-ABE3-4A81-94C0-843B92419F83}" type="pres">
      <dgm:prSet presAssocID="{C8E57392-EB19-45A3-BF8B-F51FB67A5F26}" presName="sibTrans" presStyleCnt="0"/>
      <dgm:spPr/>
    </dgm:pt>
    <dgm:pt modelId="{95441EE1-634A-4F97-9526-AD8517645856}" type="pres">
      <dgm:prSet presAssocID="{7EB498A9-0358-45A5-A0CC-5D00B3BA7296}" presName="compositeNode" presStyleCnt="0">
        <dgm:presLayoutVars>
          <dgm:bulletEnabled val="1"/>
        </dgm:presLayoutVars>
      </dgm:prSet>
      <dgm:spPr/>
    </dgm:pt>
    <dgm:pt modelId="{A7D2DB2A-6CAC-4662-94BB-DD94184E825A}" type="pres">
      <dgm:prSet presAssocID="{7EB498A9-0358-45A5-A0CC-5D00B3BA7296}" presName="bgRect" presStyleLbl="node1" presStyleIdx="2" presStyleCnt="3"/>
      <dgm:spPr/>
      <dgm:t>
        <a:bodyPr/>
        <a:lstStyle/>
        <a:p>
          <a:endParaRPr lang="es-ES"/>
        </a:p>
      </dgm:t>
    </dgm:pt>
    <dgm:pt modelId="{C7BA2D9F-18BF-4614-9BE5-C5920AFA71E3}" type="pres">
      <dgm:prSet presAssocID="{7EB498A9-0358-45A5-A0CC-5D00B3BA7296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079BBAA-D064-447E-9E5A-0388CCE9658D}" type="pres">
      <dgm:prSet presAssocID="{7EB498A9-0358-45A5-A0CC-5D00B3BA7296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DE102B0-0DDF-4034-82D9-94C559092963}" type="presOf" srcId="{16F8C408-A49F-4EB6-A5AF-2CB873DED68B}" destId="{71669B88-F44A-4AE8-963D-2D02F7ABFB6D}" srcOrd="0" destOrd="0" presId="urn:microsoft.com/office/officeart/2005/8/layout/hProcess7"/>
    <dgm:cxn modelId="{9A65748D-4AF2-45E9-A037-2C380F142D0B}" type="presOf" srcId="{F4F3BFC7-CA32-4AF8-B2B7-A62C0EDFAF88}" destId="{C61AD5DA-396A-48E2-8D8E-08ED0CD94E16}" srcOrd="1" destOrd="0" presId="urn:microsoft.com/office/officeart/2005/8/layout/hProcess7"/>
    <dgm:cxn modelId="{0A3E36D7-705C-4000-9A9C-EE0444FF7D4C}" type="presOf" srcId="{B545CEC5-04BB-4FBC-971A-0C64F8D7B9AB}" destId="{9DEB5D75-60CC-440B-9D09-8E696FB27B47}" srcOrd="0" destOrd="0" presId="urn:microsoft.com/office/officeart/2005/8/layout/hProcess7"/>
    <dgm:cxn modelId="{F049AF4C-972B-468B-8D4A-A324F20AE069}" srcId="{16F8C408-A49F-4EB6-A5AF-2CB873DED68B}" destId="{B545CEC5-04BB-4FBC-971A-0C64F8D7B9AB}" srcOrd="1" destOrd="0" parTransId="{6155D61A-E1CA-41A2-AB32-F5BB09750287}" sibTransId="{C8E57392-EB19-45A3-BF8B-F51FB67A5F26}"/>
    <dgm:cxn modelId="{1845B806-C7FC-4F49-A227-DB3194E17C1C}" type="presOf" srcId="{9FC07B28-0547-41BA-BD1B-130971CA4F48}" destId="{1ACB5733-4909-4538-95DC-84DCC6DB5D07}" srcOrd="0" destOrd="0" presId="urn:microsoft.com/office/officeart/2005/8/layout/hProcess7"/>
    <dgm:cxn modelId="{2E147DFB-B504-4E1C-981C-D6993922557F}" type="presOf" srcId="{7EB498A9-0358-45A5-A0CC-5D00B3BA7296}" destId="{A7D2DB2A-6CAC-4662-94BB-DD94184E825A}" srcOrd="0" destOrd="0" presId="urn:microsoft.com/office/officeart/2005/8/layout/hProcess7"/>
    <dgm:cxn modelId="{5EFA1E13-52ED-4F56-A1B2-1BFB8FF92997}" type="presOf" srcId="{F4F3BFC7-CA32-4AF8-B2B7-A62C0EDFAF88}" destId="{7F5B4C22-75AA-406E-9359-8E30C8E0792E}" srcOrd="0" destOrd="0" presId="urn:microsoft.com/office/officeart/2005/8/layout/hProcess7"/>
    <dgm:cxn modelId="{29B3F1C8-331C-4638-AE26-4858FAAC075B}" type="presOf" srcId="{2210D3E1-D599-41DD-9F6F-C7EFF74310A9}" destId="{6079BBAA-D064-447E-9E5A-0388CCE9658D}" srcOrd="0" destOrd="0" presId="urn:microsoft.com/office/officeart/2005/8/layout/hProcess7"/>
    <dgm:cxn modelId="{6AAC712C-DA54-4058-A653-0DD542A8E6E4}" srcId="{B545CEC5-04BB-4FBC-971A-0C64F8D7B9AB}" destId="{07C47851-E76E-41B5-94F9-8A69FD6F5924}" srcOrd="0" destOrd="0" parTransId="{4FFBA6F5-ECBE-4D1F-A935-EFF560B35B5E}" sibTransId="{0B755F03-701B-4EF2-BD99-06D9B9C7DA1B}"/>
    <dgm:cxn modelId="{F66DA693-6126-4AEC-9181-2F50F33FF6D4}" type="presOf" srcId="{07C47851-E76E-41B5-94F9-8A69FD6F5924}" destId="{85FF27D2-AB4F-431D-9A58-F870ED8F6A8B}" srcOrd="0" destOrd="0" presId="urn:microsoft.com/office/officeart/2005/8/layout/hProcess7"/>
    <dgm:cxn modelId="{F9A1BCEA-B05F-410A-80CD-B74CFDA4C844}" srcId="{7EB498A9-0358-45A5-A0CC-5D00B3BA7296}" destId="{2210D3E1-D599-41DD-9F6F-C7EFF74310A9}" srcOrd="0" destOrd="0" parTransId="{C827B772-BE7E-468F-B037-0E7B6A9751ED}" sibTransId="{2369CD20-06B5-49E3-AE60-788E186BC6E7}"/>
    <dgm:cxn modelId="{ED66A736-9C89-4522-8AED-D7999C25EBBB}" type="presOf" srcId="{B545CEC5-04BB-4FBC-971A-0C64F8D7B9AB}" destId="{C48AA54B-7FF2-43AD-BD67-EC84983AF6CB}" srcOrd="1" destOrd="0" presId="urn:microsoft.com/office/officeart/2005/8/layout/hProcess7"/>
    <dgm:cxn modelId="{3FCF886F-33D7-4EC8-872B-E26029DD5E14}" srcId="{16F8C408-A49F-4EB6-A5AF-2CB873DED68B}" destId="{7EB498A9-0358-45A5-A0CC-5D00B3BA7296}" srcOrd="2" destOrd="0" parTransId="{B34F0059-6274-4D3E-AD3B-F37FE7B786E3}" sibTransId="{FDD7AAB0-31D8-4E60-8D10-5CEF60DC54D6}"/>
    <dgm:cxn modelId="{14E88492-426B-4EB2-B582-CA3D0C2FA843}" type="presOf" srcId="{7EB498A9-0358-45A5-A0CC-5D00B3BA7296}" destId="{C7BA2D9F-18BF-4614-9BE5-C5920AFA71E3}" srcOrd="1" destOrd="0" presId="urn:microsoft.com/office/officeart/2005/8/layout/hProcess7"/>
    <dgm:cxn modelId="{6799A20C-E561-4BB9-A4A7-E0A206A0DF19}" srcId="{F4F3BFC7-CA32-4AF8-B2B7-A62C0EDFAF88}" destId="{9FC07B28-0547-41BA-BD1B-130971CA4F48}" srcOrd="0" destOrd="0" parTransId="{0678CFF9-B36E-415E-9753-6115514AC809}" sibTransId="{25C1CC2F-F096-42E7-A3C5-24CA4814C099}"/>
    <dgm:cxn modelId="{786AE1C4-FC24-42C2-9939-631B8DE30729}" srcId="{16F8C408-A49F-4EB6-A5AF-2CB873DED68B}" destId="{F4F3BFC7-CA32-4AF8-B2B7-A62C0EDFAF88}" srcOrd="0" destOrd="0" parTransId="{A9F9C65D-9A50-4106-8BFA-7B5D4628A9E6}" sibTransId="{39D11AEA-DF50-40F4-8138-23C7F61D42C3}"/>
    <dgm:cxn modelId="{06B94369-D5B3-4D08-8611-D4FEE86DE258}" type="presParOf" srcId="{71669B88-F44A-4AE8-963D-2D02F7ABFB6D}" destId="{C64CA56B-0488-4D76-BAFA-A35D3A9B5BD9}" srcOrd="0" destOrd="0" presId="urn:microsoft.com/office/officeart/2005/8/layout/hProcess7"/>
    <dgm:cxn modelId="{0C14CBFB-4FAF-411D-BF5B-6977155D4589}" type="presParOf" srcId="{C64CA56B-0488-4D76-BAFA-A35D3A9B5BD9}" destId="{7F5B4C22-75AA-406E-9359-8E30C8E0792E}" srcOrd="0" destOrd="0" presId="urn:microsoft.com/office/officeart/2005/8/layout/hProcess7"/>
    <dgm:cxn modelId="{2A6CAFD2-9FAA-4DA5-BAA3-583F37954A83}" type="presParOf" srcId="{C64CA56B-0488-4D76-BAFA-A35D3A9B5BD9}" destId="{C61AD5DA-396A-48E2-8D8E-08ED0CD94E16}" srcOrd="1" destOrd="0" presId="urn:microsoft.com/office/officeart/2005/8/layout/hProcess7"/>
    <dgm:cxn modelId="{D9BE5A7F-0D7C-4209-92B1-56AC70E1956E}" type="presParOf" srcId="{C64CA56B-0488-4D76-BAFA-A35D3A9B5BD9}" destId="{1ACB5733-4909-4538-95DC-84DCC6DB5D07}" srcOrd="2" destOrd="0" presId="urn:microsoft.com/office/officeart/2005/8/layout/hProcess7"/>
    <dgm:cxn modelId="{B9F66C80-0182-4567-9F2D-879DBA105F3E}" type="presParOf" srcId="{71669B88-F44A-4AE8-963D-2D02F7ABFB6D}" destId="{7733C641-3453-4F9F-A528-6297F9AA432F}" srcOrd="1" destOrd="0" presId="urn:microsoft.com/office/officeart/2005/8/layout/hProcess7"/>
    <dgm:cxn modelId="{3E3D8073-D1BC-49F7-9A9A-82AF3AEC930F}" type="presParOf" srcId="{71669B88-F44A-4AE8-963D-2D02F7ABFB6D}" destId="{D40F5EE5-EE28-48BB-9A61-0BB911A6E411}" srcOrd="2" destOrd="0" presId="urn:microsoft.com/office/officeart/2005/8/layout/hProcess7"/>
    <dgm:cxn modelId="{699BCC04-F75C-4621-94DA-ED96397D3831}" type="presParOf" srcId="{D40F5EE5-EE28-48BB-9A61-0BB911A6E411}" destId="{867E3625-0938-4CDD-A46D-C5D775872E10}" srcOrd="0" destOrd="0" presId="urn:microsoft.com/office/officeart/2005/8/layout/hProcess7"/>
    <dgm:cxn modelId="{C0EEB698-DA43-4055-AD46-419527AF0DA3}" type="presParOf" srcId="{D40F5EE5-EE28-48BB-9A61-0BB911A6E411}" destId="{64255B6C-B00C-4750-B57F-7113C7FE2880}" srcOrd="1" destOrd="0" presId="urn:microsoft.com/office/officeart/2005/8/layout/hProcess7"/>
    <dgm:cxn modelId="{D352E016-3ADA-4286-910F-5122CE06F585}" type="presParOf" srcId="{D40F5EE5-EE28-48BB-9A61-0BB911A6E411}" destId="{D1ED8587-5817-4651-9330-3DC5044BA415}" srcOrd="2" destOrd="0" presId="urn:microsoft.com/office/officeart/2005/8/layout/hProcess7"/>
    <dgm:cxn modelId="{4F200BAC-0ACD-4BB0-BA4C-9B71003187F1}" type="presParOf" srcId="{71669B88-F44A-4AE8-963D-2D02F7ABFB6D}" destId="{DC991196-B4F9-4CE3-B1E3-4A783668E4F6}" srcOrd="3" destOrd="0" presId="urn:microsoft.com/office/officeart/2005/8/layout/hProcess7"/>
    <dgm:cxn modelId="{4FBCC067-E1DC-45B7-A859-AC4EE9F3F34F}" type="presParOf" srcId="{71669B88-F44A-4AE8-963D-2D02F7ABFB6D}" destId="{0BEBA579-B82A-484A-B369-E4BD933CE56F}" srcOrd="4" destOrd="0" presId="urn:microsoft.com/office/officeart/2005/8/layout/hProcess7"/>
    <dgm:cxn modelId="{BB556571-3B98-4B89-BA24-0FE5DD3B2BD3}" type="presParOf" srcId="{0BEBA579-B82A-484A-B369-E4BD933CE56F}" destId="{9DEB5D75-60CC-440B-9D09-8E696FB27B47}" srcOrd="0" destOrd="0" presId="urn:microsoft.com/office/officeart/2005/8/layout/hProcess7"/>
    <dgm:cxn modelId="{62609F5D-B0D5-4FAB-8416-C614ECEC0B42}" type="presParOf" srcId="{0BEBA579-B82A-484A-B369-E4BD933CE56F}" destId="{C48AA54B-7FF2-43AD-BD67-EC84983AF6CB}" srcOrd="1" destOrd="0" presId="urn:microsoft.com/office/officeart/2005/8/layout/hProcess7"/>
    <dgm:cxn modelId="{5EED147E-19BD-4A73-B3C9-1012C9649440}" type="presParOf" srcId="{0BEBA579-B82A-484A-B369-E4BD933CE56F}" destId="{85FF27D2-AB4F-431D-9A58-F870ED8F6A8B}" srcOrd="2" destOrd="0" presId="urn:microsoft.com/office/officeart/2005/8/layout/hProcess7"/>
    <dgm:cxn modelId="{F42D1ACC-6747-4D38-8FA9-DD78BCD7840C}" type="presParOf" srcId="{71669B88-F44A-4AE8-963D-2D02F7ABFB6D}" destId="{902E0D66-678D-4BEA-AA7B-E5B3941C1A73}" srcOrd="5" destOrd="0" presId="urn:microsoft.com/office/officeart/2005/8/layout/hProcess7"/>
    <dgm:cxn modelId="{5093A555-A4A3-4C2B-8728-C79F6D8365F9}" type="presParOf" srcId="{71669B88-F44A-4AE8-963D-2D02F7ABFB6D}" destId="{6A2DC390-6AE2-4AF8-B146-62E95026110D}" srcOrd="6" destOrd="0" presId="urn:microsoft.com/office/officeart/2005/8/layout/hProcess7"/>
    <dgm:cxn modelId="{5C194A1C-AE42-46CA-BDD6-EA005F8740F1}" type="presParOf" srcId="{6A2DC390-6AE2-4AF8-B146-62E95026110D}" destId="{A5882ECA-95D2-45B4-826D-768443FFD2C6}" srcOrd="0" destOrd="0" presId="urn:microsoft.com/office/officeart/2005/8/layout/hProcess7"/>
    <dgm:cxn modelId="{AC555426-7ADB-4014-9BEF-2F47CDDEE993}" type="presParOf" srcId="{6A2DC390-6AE2-4AF8-B146-62E95026110D}" destId="{EB3AC5D0-1D8A-4E3D-A941-008FDDF7C14B}" srcOrd="1" destOrd="0" presId="urn:microsoft.com/office/officeart/2005/8/layout/hProcess7"/>
    <dgm:cxn modelId="{22A594B3-4651-4026-9AC2-3FAEF5CDD28A}" type="presParOf" srcId="{6A2DC390-6AE2-4AF8-B146-62E95026110D}" destId="{AC13DD51-D5AB-44D4-83F7-9CD3DC55F142}" srcOrd="2" destOrd="0" presId="urn:microsoft.com/office/officeart/2005/8/layout/hProcess7"/>
    <dgm:cxn modelId="{985546D0-6110-48FF-85F4-34FBCD61A537}" type="presParOf" srcId="{71669B88-F44A-4AE8-963D-2D02F7ABFB6D}" destId="{28EB3E5F-ABE3-4A81-94C0-843B92419F83}" srcOrd="7" destOrd="0" presId="urn:microsoft.com/office/officeart/2005/8/layout/hProcess7"/>
    <dgm:cxn modelId="{CF61399E-CBF9-4BEF-890B-383EFFBD3162}" type="presParOf" srcId="{71669B88-F44A-4AE8-963D-2D02F7ABFB6D}" destId="{95441EE1-634A-4F97-9526-AD8517645856}" srcOrd="8" destOrd="0" presId="urn:microsoft.com/office/officeart/2005/8/layout/hProcess7"/>
    <dgm:cxn modelId="{07B60F33-C921-488D-AF49-535491B33A2B}" type="presParOf" srcId="{95441EE1-634A-4F97-9526-AD8517645856}" destId="{A7D2DB2A-6CAC-4662-94BB-DD94184E825A}" srcOrd="0" destOrd="0" presId="urn:microsoft.com/office/officeart/2005/8/layout/hProcess7"/>
    <dgm:cxn modelId="{DDA2BE97-9436-45D5-89DC-F8178189DBF6}" type="presParOf" srcId="{95441EE1-634A-4F97-9526-AD8517645856}" destId="{C7BA2D9F-18BF-4614-9BE5-C5920AFA71E3}" srcOrd="1" destOrd="0" presId="urn:microsoft.com/office/officeart/2005/8/layout/hProcess7"/>
    <dgm:cxn modelId="{C5C3B890-A4D5-4F6F-B8C7-1D0926A02C87}" type="presParOf" srcId="{95441EE1-634A-4F97-9526-AD8517645856}" destId="{6079BBAA-D064-447E-9E5A-0388CCE9658D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F8C408-A49F-4EB6-A5AF-2CB873DED68B}" type="doc">
      <dgm:prSet loTypeId="urn:microsoft.com/office/officeart/2005/8/layout/hProcess7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F4F3BFC7-CA32-4AF8-B2B7-A62C0EDFAF88}">
      <dgm:prSet phldrT="[Texto]" custT="1"/>
      <dgm:spPr/>
      <dgm:t>
        <a:bodyPr/>
        <a:lstStyle/>
        <a:p>
          <a:r>
            <a:rPr lang="es-ES" sz="1400" dirty="0" smtClean="0"/>
            <a:t>Desarrollo </a:t>
          </a:r>
          <a:r>
            <a:rPr lang="es-ES" sz="1400" dirty="0" err="1" smtClean="0"/>
            <a:t>Team</a:t>
          </a:r>
          <a:endParaRPr lang="es-ES" sz="1400" dirty="0"/>
        </a:p>
      </dgm:t>
    </dgm:pt>
    <dgm:pt modelId="{A9F9C65D-9A50-4106-8BFA-7B5D4628A9E6}" type="parTrans" cxnId="{786AE1C4-FC24-42C2-9939-631B8DE30729}">
      <dgm:prSet/>
      <dgm:spPr/>
      <dgm:t>
        <a:bodyPr/>
        <a:lstStyle/>
        <a:p>
          <a:endParaRPr lang="es-ES" sz="1400"/>
        </a:p>
      </dgm:t>
    </dgm:pt>
    <dgm:pt modelId="{39D11AEA-DF50-40F4-8138-23C7F61D42C3}" type="sibTrans" cxnId="{786AE1C4-FC24-42C2-9939-631B8DE30729}">
      <dgm:prSet/>
      <dgm:spPr/>
      <dgm:t>
        <a:bodyPr/>
        <a:lstStyle/>
        <a:p>
          <a:endParaRPr lang="es-ES" sz="1400"/>
        </a:p>
      </dgm:t>
    </dgm:pt>
    <dgm:pt modelId="{9FC07B28-0547-41BA-BD1B-130971CA4F48}">
      <dgm:prSet phldrT="[Texto]" custT="1"/>
      <dgm:spPr/>
      <dgm:t>
        <a:bodyPr/>
        <a:lstStyle/>
        <a:p>
          <a:r>
            <a:rPr lang="es-ES" sz="1400" dirty="0" smtClean="0"/>
            <a:t>Solicitud -&gt; </a:t>
          </a:r>
          <a:r>
            <a:rPr lang="es-ES" sz="1400" dirty="0" smtClean="0"/>
            <a:t>App de Chequeo: </a:t>
          </a:r>
        </a:p>
        <a:p>
          <a:r>
            <a:rPr lang="es-ES" sz="1400" strike="sngStrike" dirty="0" smtClean="0"/>
            <a:t>Correo de los archivos</a:t>
          </a:r>
        </a:p>
        <a:p>
          <a:r>
            <a:rPr lang="es-ES" sz="1400" strike="sngStrike" dirty="0" smtClean="0"/>
            <a:t>Ticket adjunto</a:t>
          </a:r>
        </a:p>
        <a:p>
          <a:r>
            <a:rPr lang="es-ES" sz="1400" b="1" strike="noStrike" dirty="0" smtClean="0"/>
            <a:t>+ </a:t>
          </a:r>
          <a:r>
            <a:rPr lang="es-ES" sz="1400" b="1" strike="noStrike" dirty="0" err="1" smtClean="0"/>
            <a:t>MyCheck</a:t>
          </a:r>
          <a:r>
            <a:rPr lang="es-ES" sz="1400" b="1" strike="noStrike" dirty="0" smtClean="0"/>
            <a:t> </a:t>
          </a:r>
          <a:r>
            <a:rPr lang="es-ES" sz="1000" strike="noStrike" dirty="0" smtClean="0"/>
            <a:t>(</a:t>
          </a:r>
          <a:r>
            <a:rPr lang="es-ES" sz="1000" dirty="0" smtClean="0"/>
            <a:t>Sintaxis, emulación, Score, reglas</a:t>
          </a:r>
          <a:r>
            <a:rPr lang="es-ES" sz="1000" strike="noStrike" dirty="0" smtClean="0"/>
            <a:t>)</a:t>
          </a:r>
        </a:p>
        <a:p>
          <a:r>
            <a:rPr lang="es-ES" sz="1400" dirty="0" smtClean="0"/>
            <a:t>Programar el </a:t>
          </a:r>
          <a:r>
            <a:rPr lang="es-ES" sz="1400" dirty="0" err="1" smtClean="0"/>
            <a:t>Datafix</a:t>
          </a:r>
          <a:endParaRPr lang="es-ES" sz="1400" strike="sngStrike" dirty="0" smtClean="0"/>
        </a:p>
        <a:p>
          <a:endParaRPr lang="es-ES" sz="1400" strike="sngStrike" dirty="0"/>
        </a:p>
      </dgm:t>
    </dgm:pt>
    <dgm:pt modelId="{0678CFF9-B36E-415E-9753-6115514AC809}" type="parTrans" cxnId="{6799A20C-E561-4BB9-A4A7-E0A206A0DF19}">
      <dgm:prSet/>
      <dgm:spPr/>
      <dgm:t>
        <a:bodyPr/>
        <a:lstStyle/>
        <a:p>
          <a:endParaRPr lang="es-ES" sz="1400"/>
        </a:p>
      </dgm:t>
    </dgm:pt>
    <dgm:pt modelId="{25C1CC2F-F096-42E7-A3C5-24CA4814C099}" type="sibTrans" cxnId="{6799A20C-E561-4BB9-A4A7-E0A206A0DF19}">
      <dgm:prSet/>
      <dgm:spPr/>
      <dgm:t>
        <a:bodyPr/>
        <a:lstStyle/>
        <a:p>
          <a:endParaRPr lang="es-ES" sz="1400"/>
        </a:p>
      </dgm:t>
    </dgm:pt>
    <dgm:pt modelId="{B545CEC5-04BB-4FBC-971A-0C64F8D7B9AB}">
      <dgm:prSet phldrT="[Texto]" custT="1"/>
      <dgm:spPr/>
      <dgm:t>
        <a:bodyPr/>
        <a:lstStyle/>
        <a:p>
          <a:r>
            <a:rPr lang="es-ES" sz="1400" dirty="0" smtClean="0"/>
            <a:t>Equipo base de datos</a:t>
          </a:r>
          <a:endParaRPr lang="es-ES" sz="1400" dirty="0"/>
        </a:p>
      </dgm:t>
    </dgm:pt>
    <dgm:pt modelId="{6155D61A-E1CA-41A2-AB32-F5BB09750287}" type="parTrans" cxnId="{F049AF4C-972B-468B-8D4A-A324F20AE069}">
      <dgm:prSet/>
      <dgm:spPr/>
      <dgm:t>
        <a:bodyPr/>
        <a:lstStyle/>
        <a:p>
          <a:endParaRPr lang="es-ES" sz="1400"/>
        </a:p>
      </dgm:t>
    </dgm:pt>
    <dgm:pt modelId="{C8E57392-EB19-45A3-BF8B-F51FB67A5F26}" type="sibTrans" cxnId="{F049AF4C-972B-468B-8D4A-A324F20AE069}">
      <dgm:prSet/>
      <dgm:spPr/>
      <dgm:t>
        <a:bodyPr/>
        <a:lstStyle/>
        <a:p>
          <a:endParaRPr lang="es-ES" sz="1400"/>
        </a:p>
      </dgm:t>
    </dgm:pt>
    <dgm:pt modelId="{07C47851-E76E-41B5-94F9-8A69FD6F5924}">
      <dgm:prSet phldrT="[Texto]" custT="1"/>
      <dgm:spPr/>
      <dgm:t>
        <a:bodyPr/>
        <a:lstStyle/>
        <a:p>
          <a:r>
            <a:rPr lang="es-ES" sz="1400" dirty="0" smtClean="0"/>
            <a:t>Proceso de </a:t>
          </a:r>
          <a:r>
            <a:rPr lang="es-ES" sz="1400" dirty="0" err="1" smtClean="0"/>
            <a:t>Datafix</a:t>
          </a:r>
          <a:endParaRPr lang="es-ES" sz="1400" dirty="0"/>
        </a:p>
      </dgm:t>
    </dgm:pt>
    <dgm:pt modelId="{4FFBA6F5-ECBE-4D1F-A935-EFF560B35B5E}" type="parTrans" cxnId="{6AAC712C-DA54-4058-A653-0DD542A8E6E4}">
      <dgm:prSet/>
      <dgm:spPr/>
      <dgm:t>
        <a:bodyPr/>
        <a:lstStyle/>
        <a:p>
          <a:endParaRPr lang="es-ES" sz="1400"/>
        </a:p>
      </dgm:t>
    </dgm:pt>
    <dgm:pt modelId="{0B755F03-701B-4EF2-BD99-06D9B9C7DA1B}" type="sibTrans" cxnId="{6AAC712C-DA54-4058-A653-0DD542A8E6E4}">
      <dgm:prSet/>
      <dgm:spPr/>
      <dgm:t>
        <a:bodyPr/>
        <a:lstStyle/>
        <a:p>
          <a:endParaRPr lang="es-ES" sz="1400"/>
        </a:p>
      </dgm:t>
    </dgm:pt>
    <dgm:pt modelId="{7EB498A9-0358-45A5-A0CC-5D00B3BA7296}">
      <dgm:prSet phldrT="[Texto]" custT="1"/>
      <dgm:spPr/>
      <dgm:t>
        <a:bodyPr/>
        <a:lstStyle/>
        <a:p>
          <a:r>
            <a:rPr lang="es-ES" sz="1400" dirty="0" err="1" smtClean="0"/>
            <a:t>Ejecutador</a:t>
          </a:r>
          <a:r>
            <a:rPr lang="es-ES" sz="1400" dirty="0" smtClean="0"/>
            <a:t>/</a:t>
          </a:r>
          <a:r>
            <a:rPr lang="es-ES" sz="1400" dirty="0" err="1" smtClean="0"/>
            <a:t>Implemnetador</a:t>
          </a:r>
          <a:endParaRPr lang="es-ES" sz="1400" dirty="0"/>
        </a:p>
      </dgm:t>
    </dgm:pt>
    <dgm:pt modelId="{B34F0059-6274-4D3E-AD3B-F37FE7B786E3}" type="parTrans" cxnId="{3FCF886F-33D7-4EC8-872B-E26029DD5E14}">
      <dgm:prSet/>
      <dgm:spPr/>
      <dgm:t>
        <a:bodyPr/>
        <a:lstStyle/>
        <a:p>
          <a:endParaRPr lang="es-ES" sz="1400"/>
        </a:p>
      </dgm:t>
    </dgm:pt>
    <dgm:pt modelId="{FDD7AAB0-31D8-4E60-8D10-5CEF60DC54D6}" type="sibTrans" cxnId="{3FCF886F-33D7-4EC8-872B-E26029DD5E14}">
      <dgm:prSet/>
      <dgm:spPr/>
      <dgm:t>
        <a:bodyPr/>
        <a:lstStyle/>
        <a:p>
          <a:endParaRPr lang="es-ES" sz="1400"/>
        </a:p>
      </dgm:t>
    </dgm:pt>
    <dgm:pt modelId="{2210D3E1-D599-41DD-9F6F-C7EFF74310A9}">
      <dgm:prSet phldrT="[Texto]" custT="1"/>
      <dgm:spPr/>
      <dgm:t>
        <a:bodyPr/>
        <a:lstStyle/>
        <a:p>
          <a:r>
            <a:rPr lang="es-ES" sz="1400" dirty="0" smtClean="0"/>
            <a:t>Revisión o </a:t>
          </a:r>
          <a:r>
            <a:rPr lang="es-ES" sz="1400" dirty="0" err="1" smtClean="0"/>
            <a:t>Rollback</a:t>
          </a:r>
          <a:endParaRPr lang="es-ES" sz="1400" dirty="0"/>
        </a:p>
      </dgm:t>
    </dgm:pt>
    <dgm:pt modelId="{C827B772-BE7E-468F-B037-0E7B6A9751ED}" type="parTrans" cxnId="{F9A1BCEA-B05F-410A-80CD-B74CFDA4C844}">
      <dgm:prSet/>
      <dgm:spPr/>
      <dgm:t>
        <a:bodyPr/>
        <a:lstStyle/>
        <a:p>
          <a:endParaRPr lang="es-ES" sz="1400"/>
        </a:p>
      </dgm:t>
    </dgm:pt>
    <dgm:pt modelId="{2369CD20-06B5-49E3-AE60-788E186BC6E7}" type="sibTrans" cxnId="{F9A1BCEA-B05F-410A-80CD-B74CFDA4C844}">
      <dgm:prSet/>
      <dgm:spPr/>
      <dgm:t>
        <a:bodyPr/>
        <a:lstStyle/>
        <a:p>
          <a:endParaRPr lang="es-ES" sz="1400"/>
        </a:p>
      </dgm:t>
    </dgm:pt>
    <dgm:pt modelId="{EA21E2B3-99D7-4CE1-9EA9-2E122B576680}">
      <dgm:prSet custT="1"/>
      <dgm:spPr/>
      <dgm:t>
        <a:bodyPr/>
        <a:lstStyle/>
        <a:p>
          <a:r>
            <a:rPr lang="es-ES" sz="1400" strike="sngStrike" dirty="0" smtClean="0"/>
            <a:t>Chequeo, Revisión</a:t>
          </a:r>
          <a:endParaRPr lang="es-ES" sz="1400" strike="sngStrike" dirty="0" smtClean="0"/>
        </a:p>
      </dgm:t>
    </dgm:pt>
    <dgm:pt modelId="{95F08E98-5659-48AF-825D-95679FFF183D}" type="parTrans" cxnId="{57F9A5EE-48A2-4ADF-B0A6-275FE4988053}">
      <dgm:prSet/>
      <dgm:spPr/>
      <dgm:t>
        <a:bodyPr/>
        <a:lstStyle/>
        <a:p>
          <a:endParaRPr lang="es-ES"/>
        </a:p>
      </dgm:t>
    </dgm:pt>
    <dgm:pt modelId="{1727133A-FE92-4495-B3A1-921D42B073AC}" type="sibTrans" cxnId="{57F9A5EE-48A2-4ADF-B0A6-275FE4988053}">
      <dgm:prSet/>
      <dgm:spPr/>
      <dgm:t>
        <a:bodyPr/>
        <a:lstStyle/>
        <a:p>
          <a:endParaRPr lang="es-ES"/>
        </a:p>
      </dgm:t>
    </dgm:pt>
    <dgm:pt modelId="{EDF73A3E-56A2-40DD-805E-F170F3F68253}">
      <dgm:prSet custT="1"/>
      <dgm:spPr/>
      <dgm:t>
        <a:bodyPr/>
        <a:lstStyle/>
        <a:p>
          <a:r>
            <a:rPr lang="es-ES" sz="1400" strike="sngStrike" dirty="0" smtClean="0"/>
            <a:t>Validación  </a:t>
          </a:r>
        </a:p>
        <a:p>
          <a:r>
            <a:rPr lang="es-ES" sz="1400" b="1" strike="noStrike" dirty="0" smtClean="0"/>
            <a:t>+ Reporte Score</a:t>
          </a:r>
          <a:endParaRPr lang="es-ES" sz="1400" b="1" strike="noStrike" dirty="0" smtClean="0"/>
        </a:p>
      </dgm:t>
    </dgm:pt>
    <dgm:pt modelId="{FC6051C2-B855-4B27-A20D-039871B4ECEE}" type="parTrans" cxnId="{11ACA70C-A024-4429-AAF6-E079B0899CC8}">
      <dgm:prSet/>
      <dgm:spPr/>
      <dgm:t>
        <a:bodyPr/>
        <a:lstStyle/>
        <a:p>
          <a:endParaRPr lang="es-ES"/>
        </a:p>
      </dgm:t>
    </dgm:pt>
    <dgm:pt modelId="{F36DE9A5-52F0-4B12-A23A-C08ABE315364}" type="sibTrans" cxnId="{11ACA70C-A024-4429-AAF6-E079B0899CC8}">
      <dgm:prSet/>
      <dgm:spPr/>
      <dgm:t>
        <a:bodyPr/>
        <a:lstStyle/>
        <a:p>
          <a:endParaRPr lang="es-ES"/>
        </a:p>
      </dgm:t>
    </dgm:pt>
    <dgm:pt modelId="{162BEB22-4DC2-4C43-9534-1E8619FB7D03}">
      <dgm:prSet custT="1"/>
      <dgm:spPr/>
      <dgm:t>
        <a:bodyPr/>
        <a:lstStyle/>
        <a:p>
          <a:r>
            <a:rPr lang="es-ES" sz="1400" dirty="0" smtClean="0"/>
            <a:t>Planificación</a:t>
          </a:r>
          <a:endParaRPr lang="es-ES" sz="1400" dirty="0" smtClean="0"/>
        </a:p>
      </dgm:t>
    </dgm:pt>
    <dgm:pt modelId="{8EB2317E-5066-4B0D-8EAB-862132FF4969}" type="parTrans" cxnId="{FE878999-3117-4E51-BD06-B4365B6A1326}">
      <dgm:prSet/>
      <dgm:spPr/>
      <dgm:t>
        <a:bodyPr/>
        <a:lstStyle/>
        <a:p>
          <a:endParaRPr lang="es-ES"/>
        </a:p>
      </dgm:t>
    </dgm:pt>
    <dgm:pt modelId="{7A66D0F6-A639-4683-B310-2A827EB68098}" type="sibTrans" cxnId="{FE878999-3117-4E51-BD06-B4365B6A1326}">
      <dgm:prSet/>
      <dgm:spPr/>
      <dgm:t>
        <a:bodyPr/>
        <a:lstStyle/>
        <a:p>
          <a:endParaRPr lang="es-ES"/>
        </a:p>
      </dgm:t>
    </dgm:pt>
    <dgm:pt modelId="{962A00AD-25BD-4343-B1A1-D03B7CAFF1CA}">
      <dgm:prSet custT="1"/>
      <dgm:spPr/>
      <dgm:t>
        <a:bodyPr/>
        <a:lstStyle/>
        <a:p>
          <a:r>
            <a:rPr lang="es-ES" sz="1400" dirty="0" smtClean="0"/>
            <a:t>Asignación</a:t>
          </a:r>
          <a:endParaRPr lang="es-ES" sz="1400" dirty="0" smtClean="0"/>
        </a:p>
      </dgm:t>
    </dgm:pt>
    <dgm:pt modelId="{18EB3952-0A81-4FA9-921E-6AFACE1A3834}" type="parTrans" cxnId="{F234D06B-89B8-44DC-B3FE-F0C133A4129B}">
      <dgm:prSet/>
      <dgm:spPr/>
      <dgm:t>
        <a:bodyPr/>
        <a:lstStyle/>
        <a:p>
          <a:endParaRPr lang="es-ES"/>
        </a:p>
      </dgm:t>
    </dgm:pt>
    <dgm:pt modelId="{13BF4ED4-0C56-460E-A8BE-58E73B1C7E75}" type="sibTrans" cxnId="{F234D06B-89B8-44DC-B3FE-F0C133A4129B}">
      <dgm:prSet/>
      <dgm:spPr/>
      <dgm:t>
        <a:bodyPr/>
        <a:lstStyle/>
        <a:p>
          <a:endParaRPr lang="es-ES"/>
        </a:p>
      </dgm:t>
    </dgm:pt>
    <dgm:pt modelId="{DF45F630-0709-4EBA-B15D-A7BDCEA196A1}">
      <dgm:prSet custT="1"/>
      <dgm:spPr/>
      <dgm:t>
        <a:bodyPr/>
        <a:lstStyle/>
        <a:p>
          <a:r>
            <a:rPr lang="es-ES" sz="1400" dirty="0" smtClean="0"/>
            <a:t>Ejecución</a:t>
          </a:r>
          <a:endParaRPr lang="es-ES" sz="1400" dirty="0"/>
        </a:p>
      </dgm:t>
    </dgm:pt>
    <dgm:pt modelId="{D8FAF789-71E1-4DD7-A161-58E5BED119C2}" type="parTrans" cxnId="{11E840CE-104C-425D-8B2C-5669E607E9B6}">
      <dgm:prSet/>
      <dgm:spPr/>
      <dgm:t>
        <a:bodyPr/>
        <a:lstStyle/>
        <a:p>
          <a:endParaRPr lang="es-ES"/>
        </a:p>
      </dgm:t>
    </dgm:pt>
    <dgm:pt modelId="{88EE4EF5-E59A-4662-BD28-5A815BF7C98D}" type="sibTrans" cxnId="{11E840CE-104C-425D-8B2C-5669E607E9B6}">
      <dgm:prSet/>
      <dgm:spPr/>
      <dgm:t>
        <a:bodyPr/>
        <a:lstStyle/>
        <a:p>
          <a:endParaRPr lang="es-ES"/>
        </a:p>
      </dgm:t>
    </dgm:pt>
    <dgm:pt modelId="{871694D5-9617-40F6-86DF-B7466F232DC9}">
      <dgm:prSet custT="1"/>
      <dgm:spPr/>
      <dgm:t>
        <a:bodyPr/>
        <a:lstStyle/>
        <a:p>
          <a:r>
            <a:rPr lang="es-ES" sz="1400" dirty="0" smtClean="0"/>
            <a:t>Validar en línea</a:t>
          </a:r>
          <a:endParaRPr lang="es-ES" sz="1400" dirty="0" smtClean="0"/>
        </a:p>
      </dgm:t>
    </dgm:pt>
    <dgm:pt modelId="{8FE37ED1-BD5D-45C8-A4C4-6BE6F4F6952C}" type="parTrans" cxnId="{CEF2B1F1-36C0-47ED-9F3C-40676680078A}">
      <dgm:prSet/>
      <dgm:spPr/>
      <dgm:t>
        <a:bodyPr/>
        <a:lstStyle/>
        <a:p>
          <a:endParaRPr lang="es-ES"/>
        </a:p>
      </dgm:t>
    </dgm:pt>
    <dgm:pt modelId="{9D37F65C-2041-4A9D-91DF-A744C4DB9402}" type="sibTrans" cxnId="{CEF2B1F1-36C0-47ED-9F3C-40676680078A}">
      <dgm:prSet/>
      <dgm:spPr/>
      <dgm:t>
        <a:bodyPr/>
        <a:lstStyle/>
        <a:p>
          <a:endParaRPr lang="es-ES"/>
        </a:p>
      </dgm:t>
    </dgm:pt>
    <dgm:pt modelId="{54741D57-C574-452E-9C3C-B07924DBC34C}">
      <dgm:prSet custT="1"/>
      <dgm:spPr/>
      <dgm:t>
        <a:bodyPr/>
        <a:lstStyle/>
        <a:p>
          <a:r>
            <a:rPr lang="es-ES" sz="1400" dirty="0" smtClean="0"/>
            <a:t>Ejecución con DEV</a:t>
          </a:r>
          <a:endParaRPr lang="es-ES" sz="1400" dirty="0" smtClean="0"/>
        </a:p>
      </dgm:t>
    </dgm:pt>
    <dgm:pt modelId="{8DA0044B-A3AE-40B2-9613-2F5175018079}" type="parTrans" cxnId="{D622700E-62D6-4CA7-8868-B7BEC2717475}">
      <dgm:prSet/>
      <dgm:spPr/>
      <dgm:t>
        <a:bodyPr/>
        <a:lstStyle/>
        <a:p>
          <a:endParaRPr lang="es-ES"/>
        </a:p>
      </dgm:t>
    </dgm:pt>
    <dgm:pt modelId="{35AE19CA-3338-4228-AC67-B1F375EFA8A5}" type="sibTrans" cxnId="{D622700E-62D6-4CA7-8868-B7BEC2717475}">
      <dgm:prSet/>
      <dgm:spPr/>
      <dgm:t>
        <a:bodyPr/>
        <a:lstStyle/>
        <a:p>
          <a:endParaRPr lang="es-ES"/>
        </a:p>
      </dgm:t>
    </dgm:pt>
    <dgm:pt modelId="{242D6D85-F17B-4D35-A845-C7900B4E077D}">
      <dgm:prSet custT="1"/>
      <dgm:spPr/>
      <dgm:t>
        <a:bodyPr/>
        <a:lstStyle/>
        <a:p>
          <a:r>
            <a:rPr lang="es-ES" sz="1400" dirty="0" smtClean="0"/>
            <a:t>Análisis en caso de falla</a:t>
          </a:r>
          <a:endParaRPr lang="es-ES" sz="1400" dirty="0" smtClean="0"/>
        </a:p>
      </dgm:t>
    </dgm:pt>
    <dgm:pt modelId="{82A3232B-D030-4823-8F68-72109EAA0BFB}" type="parTrans" cxnId="{D5C2772B-DAAB-4382-867B-7E9179B9FD7B}">
      <dgm:prSet/>
      <dgm:spPr/>
      <dgm:t>
        <a:bodyPr/>
        <a:lstStyle/>
        <a:p>
          <a:endParaRPr lang="es-ES"/>
        </a:p>
      </dgm:t>
    </dgm:pt>
    <dgm:pt modelId="{AE4BBCD7-4E1F-494A-913B-8916B6451047}" type="sibTrans" cxnId="{D5C2772B-DAAB-4382-867B-7E9179B9FD7B}">
      <dgm:prSet/>
      <dgm:spPr/>
      <dgm:t>
        <a:bodyPr/>
        <a:lstStyle/>
        <a:p>
          <a:endParaRPr lang="es-ES"/>
        </a:p>
      </dgm:t>
    </dgm:pt>
    <dgm:pt modelId="{76DA34B9-BEBF-4433-9F35-53D9D6A21149}">
      <dgm:prSet custT="1"/>
      <dgm:spPr/>
      <dgm:t>
        <a:bodyPr/>
        <a:lstStyle/>
        <a:p>
          <a:r>
            <a:rPr lang="es-ES" sz="1200" b="1" dirty="0" smtClean="0"/>
            <a:t>Impacto en falla (80% menor)</a:t>
          </a:r>
          <a:endParaRPr lang="es-ES" sz="1200" b="1" dirty="0" smtClean="0"/>
        </a:p>
      </dgm:t>
    </dgm:pt>
    <dgm:pt modelId="{E9CD3605-AAD8-4E86-9811-0507D12800EF}" type="parTrans" cxnId="{E48F9B29-6E72-4C57-A62C-48B80273DDD2}">
      <dgm:prSet/>
      <dgm:spPr/>
      <dgm:t>
        <a:bodyPr/>
        <a:lstStyle/>
        <a:p>
          <a:endParaRPr lang="es-ES"/>
        </a:p>
      </dgm:t>
    </dgm:pt>
    <dgm:pt modelId="{976F5F4D-461A-4637-A971-5ECE10171392}" type="sibTrans" cxnId="{E48F9B29-6E72-4C57-A62C-48B80273DDD2}">
      <dgm:prSet/>
      <dgm:spPr/>
      <dgm:t>
        <a:bodyPr/>
        <a:lstStyle/>
        <a:p>
          <a:endParaRPr lang="es-ES"/>
        </a:p>
      </dgm:t>
    </dgm:pt>
    <dgm:pt modelId="{84AA50D2-7E53-4746-A97A-7B807DD9E56D}">
      <dgm:prSet custT="1"/>
      <dgm:spPr/>
      <dgm:t>
        <a:bodyPr/>
        <a:lstStyle/>
        <a:p>
          <a:r>
            <a:rPr lang="es-ES" sz="1400" b="1" dirty="0" smtClean="0"/>
            <a:t>Issues por script (90% menor)</a:t>
          </a:r>
          <a:endParaRPr lang="es-ES" sz="1400" b="1" dirty="0"/>
        </a:p>
      </dgm:t>
    </dgm:pt>
    <dgm:pt modelId="{81F8E61D-8F2F-4BDD-9597-80831C399FA8}" type="parTrans" cxnId="{86F7B4E8-5BFF-4BAC-A452-6F5C8A714E60}">
      <dgm:prSet/>
      <dgm:spPr/>
      <dgm:t>
        <a:bodyPr/>
        <a:lstStyle/>
        <a:p>
          <a:endParaRPr lang="es-ES"/>
        </a:p>
      </dgm:t>
    </dgm:pt>
    <dgm:pt modelId="{D9B96676-D642-487E-A9B5-D27CB47259DF}" type="sibTrans" cxnId="{86F7B4E8-5BFF-4BAC-A452-6F5C8A714E60}">
      <dgm:prSet/>
      <dgm:spPr/>
      <dgm:t>
        <a:bodyPr/>
        <a:lstStyle/>
        <a:p>
          <a:endParaRPr lang="es-ES"/>
        </a:p>
      </dgm:t>
    </dgm:pt>
    <dgm:pt modelId="{71669B88-F44A-4AE8-963D-2D02F7ABFB6D}" type="pres">
      <dgm:prSet presAssocID="{16F8C408-A49F-4EB6-A5AF-2CB873DED68B}" presName="Name0" presStyleCnt="0">
        <dgm:presLayoutVars>
          <dgm:dir/>
          <dgm:animLvl val="lvl"/>
          <dgm:resizeHandles val="exact"/>
        </dgm:presLayoutVars>
      </dgm:prSet>
      <dgm:spPr/>
    </dgm:pt>
    <dgm:pt modelId="{C64CA56B-0488-4D76-BAFA-A35D3A9B5BD9}" type="pres">
      <dgm:prSet presAssocID="{F4F3BFC7-CA32-4AF8-B2B7-A62C0EDFAF88}" presName="compositeNode" presStyleCnt="0">
        <dgm:presLayoutVars>
          <dgm:bulletEnabled val="1"/>
        </dgm:presLayoutVars>
      </dgm:prSet>
      <dgm:spPr/>
    </dgm:pt>
    <dgm:pt modelId="{7F5B4C22-75AA-406E-9359-8E30C8E0792E}" type="pres">
      <dgm:prSet presAssocID="{F4F3BFC7-CA32-4AF8-B2B7-A62C0EDFAF88}" presName="bgRect" presStyleLbl="node1" presStyleIdx="0" presStyleCnt="3" custLinFactY="16177" custLinFactNeighborX="-8683" custLinFactNeighborY="100000"/>
      <dgm:spPr/>
      <dgm:t>
        <a:bodyPr/>
        <a:lstStyle/>
        <a:p>
          <a:endParaRPr lang="es-ES"/>
        </a:p>
      </dgm:t>
    </dgm:pt>
    <dgm:pt modelId="{C61AD5DA-396A-48E2-8D8E-08ED0CD94E16}" type="pres">
      <dgm:prSet presAssocID="{F4F3BFC7-CA32-4AF8-B2B7-A62C0EDFAF88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ACB5733-4909-4538-95DC-84DCC6DB5D07}" type="pres">
      <dgm:prSet presAssocID="{F4F3BFC7-CA32-4AF8-B2B7-A62C0EDFAF88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733C641-3453-4F9F-A528-6297F9AA432F}" type="pres">
      <dgm:prSet presAssocID="{39D11AEA-DF50-40F4-8138-23C7F61D42C3}" presName="hSp" presStyleCnt="0"/>
      <dgm:spPr/>
    </dgm:pt>
    <dgm:pt modelId="{D40F5EE5-EE28-48BB-9A61-0BB911A6E411}" type="pres">
      <dgm:prSet presAssocID="{39D11AEA-DF50-40F4-8138-23C7F61D42C3}" presName="vProcSp" presStyleCnt="0"/>
      <dgm:spPr/>
    </dgm:pt>
    <dgm:pt modelId="{867E3625-0938-4CDD-A46D-C5D775872E10}" type="pres">
      <dgm:prSet presAssocID="{39D11AEA-DF50-40F4-8138-23C7F61D42C3}" presName="vSp1" presStyleCnt="0"/>
      <dgm:spPr/>
    </dgm:pt>
    <dgm:pt modelId="{64255B6C-B00C-4750-B57F-7113C7FE2880}" type="pres">
      <dgm:prSet presAssocID="{39D11AEA-DF50-40F4-8138-23C7F61D42C3}" presName="simulatedConn" presStyleLbl="solidFgAcc1" presStyleIdx="0" presStyleCnt="2"/>
      <dgm:spPr/>
    </dgm:pt>
    <dgm:pt modelId="{D1ED8587-5817-4651-9330-3DC5044BA415}" type="pres">
      <dgm:prSet presAssocID="{39D11AEA-DF50-40F4-8138-23C7F61D42C3}" presName="vSp2" presStyleCnt="0"/>
      <dgm:spPr/>
    </dgm:pt>
    <dgm:pt modelId="{DC991196-B4F9-4CE3-B1E3-4A783668E4F6}" type="pres">
      <dgm:prSet presAssocID="{39D11AEA-DF50-40F4-8138-23C7F61D42C3}" presName="sibTrans" presStyleCnt="0"/>
      <dgm:spPr/>
    </dgm:pt>
    <dgm:pt modelId="{0BEBA579-B82A-484A-B369-E4BD933CE56F}" type="pres">
      <dgm:prSet presAssocID="{B545CEC5-04BB-4FBC-971A-0C64F8D7B9AB}" presName="compositeNode" presStyleCnt="0">
        <dgm:presLayoutVars>
          <dgm:bulletEnabled val="1"/>
        </dgm:presLayoutVars>
      </dgm:prSet>
      <dgm:spPr/>
    </dgm:pt>
    <dgm:pt modelId="{9DEB5D75-60CC-440B-9D09-8E696FB27B47}" type="pres">
      <dgm:prSet presAssocID="{B545CEC5-04BB-4FBC-971A-0C64F8D7B9AB}" presName="bgRect" presStyleLbl="node1" presStyleIdx="1" presStyleCnt="3"/>
      <dgm:spPr/>
      <dgm:t>
        <a:bodyPr/>
        <a:lstStyle/>
        <a:p>
          <a:endParaRPr lang="es-ES"/>
        </a:p>
      </dgm:t>
    </dgm:pt>
    <dgm:pt modelId="{C48AA54B-7FF2-43AD-BD67-EC84983AF6CB}" type="pres">
      <dgm:prSet presAssocID="{B545CEC5-04BB-4FBC-971A-0C64F8D7B9AB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5FF27D2-AB4F-431D-9A58-F870ED8F6A8B}" type="pres">
      <dgm:prSet presAssocID="{B545CEC5-04BB-4FBC-971A-0C64F8D7B9AB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02E0D66-678D-4BEA-AA7B-E5B3941C1A73}" type="pres">
      <dgm:prSet presAssocID="{C8E57392-EB19-45A3-BF8B-F51FB67A5F26}" presName="hSp" presStyleCnt="0"/>
      <dgm:spPr/>
    </dgm:pt>
    <dgm:pt modelId="{6A2DC390-6AE2-4AF8-B146-62E95026110D}" type="pres">
      <dgm:prSet presAssocID="{C8E57392-EB19-45A3-BF8B-F51FB67A5F26}" presName="vProcSp" presStyleCnt="0"/>
      <dgm:spPr/>
    </dgm:pt>
    <dgm:pt modelId="{A5882ECA-95D2-45B4-826D-768443FFD2C6}" type="pres">
      <dgm:prSet presAssocID="{C8E57392-EB19-45A3-BF8B-F51FB67A5F26}" presName="vSp1" presStyleCnt="0"/>
      <dgm:spPr/>
    </dgm:pt>
    <dgm:pt modelId="{EB3AC5D0-1D8A-4E3D-A941-008FDDF7C14B}" type="pres">
      <dgm:prSet presAssocID="{C8E57392-EB19-45A3-BF8B-F51FB67A5F26}" presName="simulatedConn" presStyleLbl="solidFgAcc1" presStyleIdx="1" presStyleCnt="2"/>
      <dgm:spPr/>
    </dgm:pt>
    <dgm:pt modelId="{AC13DD51-D5AB-44D4-83F7-9CD3DC55F142}" type="pres">
      <dgm:prSet presAssocID="{C8E57392-EB19-45A3-BF8B-F51FB67A5F26}" presName="vSp2" presStyleCnt="0"/>
      <dgm:spPr/>
    </dgm:pt>
    <dgm:pt modelId="{28EB3E5F-ABE3-4A81-94C0-843B92419F83}" type="pres">
      <dgm:prSet presAssocID="{C8E57392-EB19-45A3-BF8B-F51FB67A5F26}" presName="sibTrans" presStyleCnt="0"/>
      <dgm:spPr/>
    </dgm:pt>
    <dgm:pt modelId="{95441EE1-634A-4F97-9526-AD8517645856}" type="pres">
      <dgm:prSet presAssocID="{7EB498A9-0358-45A5-A0CC-5D00B3BA7296}" presName="compositeNode" presStyleCnt="0">
        <dgm:presLayoutVars>
          <dgm:bulletEnabled val="1"/>
        </dgm:presLayoutVars>
      </dgm:prSet>
      <dgm:spPr/>
    </dgm:pt>
    <dgm:pt modelId="{A7D2DB2A-6CAC-4662-94BB-DD94184E825A}" type="pres">
      <dgm:prSet presAssocID="{7EB498A9-0358-45A5-A0CC-5D00B3BA7296}" presName="bgRect" presStyleLbl="node1" presStyleIdx="2" presStyleCnt="3"/>
      <dgm:spPr/>
      <dgm:t>
        <a:bodyPr/>
        <a:lstStyle/>
        <a:p>
          <a:endParaRPr lang="es-ES"/>
        </a:p>
      </dgm:t>
    </dgm:pt>
    <dgm:pt modelId="{C7BA2D9F-18BF-4614-9BE5-C5920AFA71E3}" type="pres">
      <dgm:prSet presAssocID="{7EB498A9-0358-45A5-A0CC-5D00B3BA7296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079BBAA-D064-447E-9E5A-0388CCE9658D}" type="pres">
      <dgm:prSet presAssocID="{7EB498A9-0358-45A5-A0CC-5D00B3BA7296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799A20C-E561-4BB9-A4A7-E0A206A0DF19}" srcId="{F4F3BFC7-CA32-4AF8-B2B7-A62C0EDFAF88}" destId="{9FC07B28-0547-41BA-BD1B-130971CA4F48}" srcOrd="0" destOrd="0" parTransId="{0678CFF9-B36E-415E-9753-6115514AC809}" sibTransId="{25C1CC2F-F096-42E7-A3C5-24CA4814C099}"/>
    <dgm:cxn modelId="{9712F08F-B933-4C45-AC7F-984AF17DFBDF}" type="presOf" srcId="{162BEB22-4DC2-4C43-9534-1E8619FB7D03}" destId="{85FF27D2-AB4F-431D-9A58-F870ED8F6A8B}" srcOrd="0" destOrd="3" presId="urn:microsoft.com/office/officeart/2005/8/layout/hProcess7"/>
    <dgm:cxn modelId="{A74FF2C4-CACF-4385-BC20-F80C36B738FD}" type="presOf" srcId="{76DA34B9-BEBF-4433-9F35-53D9D6A21149}" destId="{6079BBAA-D064-447E-9E5A-0388CCE9658D}" srcOrd="0" destOrd="4" presId="urn:microsoft.com/office/officeart/2005/8/layout/hProcess7"/>
    <dgm:cxn modelId="{F049AF4C-972B-468B-8D4A-A324F20AE069}" srcId="{16F8C408-A49F-4EB6-A5AF-2CB873DED68B}" destId="{B545CEC5-04BB-4FBC-971A-0C64F8D7B9AB}" srcOrd="1" destOrd="0" parTransId="{6155D61A-E1CA-41A2-AB32-F5BB09750287}" sibTransId="{C8E57392-EB19-45A3-BF8B-F51FB67A5F26}"/>
    <dgm:cxn modelId="{57F9A5EE-48A2-4ADF-B0A6-275FE4988053}" srcId="{B545CEC5-04BB-4FBC-971A-0C64F8D7B9AB}" destId="{EA21E2B3-99D7-4CE1-9EA9-2E122B576680}" srcOrd="1" destOrd="0" parTransId="{95F08E98-5659-48AF-825D-95679FFF183D}" sibTransId="{1727133A-FE92-4495-B3A1-921D42B073AC}"/>
    <dgm:cxn modelId="{F234D06B-89B8-44DC-B3FE-F0C133A4129B}" srcId="{B545CEC5-04BB-4FBC-971A-0C64F8D7B9AB}" destId="{962A00AD-25BD-4343-B1A1-D03B7CAFF1CA}" srcOrd="4" destOrd="0" parTransId="{18EB3952-0A81-4FA9-921E-6AFACE1A3834}" sibTransId="{13BF4ED4-0C56-460E-A8BE-58E73B1C7E75}"/>
    <dgm:cxn modelId="{11E840CE-104C-425D-8B2C-5669E607E9B6}" srcId="{B545CEC5-04BB-4FBC-971A-0C64F8D7B9AB}" destId="{DF45F630-0709-4EBA-B15D-A7BDCEA196A1}" srcOrd="5" destOrd="0" parTransId="{D8FAF789-71E1-4DD7-A161-58E5BED119C2}" sibTransId="{88EE4EF5-E59A-4662-BD28-5A815BF7C98D}"/>
    <dgm:cxn modelId="{86F7B4E8-5BFF-4BAC-A452-6F5C8A714E60}" srcId="{7EB498A9-0358-45A5-A0CC-5D00B3BA7296}" destId="{84AA50D2-7E53-4746-A97A-7B807DD9E56D}" srcOrd="5" destOrd="0" parTransId="{81F8E61D-8F2F-4BDD-9597-80831C399FA8}" sibTransId="{D9B96676-D642-487E-A9B5-D27CB47259DF}"/>
    <dgm:cxn modelId="{29B3F1C8-331C-4638-AE26-4858FAAC075B}" type="presOf" srcId="{2210D3E1-D599-41DD-9F6F-C7EFF74310A9}" destId="{6079BBAA-D064-447E-9E5A-0388CCE9658D}" srcOrd="0" destOrd="0" presId="urn:microsoft.com/office/officeart/2005/8/layout/hProcess7"/>
    <dgm:cxn modelId="{5EFA1E13-52ED-4F56-A1B2-1BFB8FF92997}" type="presOf" srcId="{F4F3BFC7-CA32-4AF8-B2B7-A62C0EDFAF88}" destId="{7F5B4C22-75AA-406E-9359-8E30C8E0792E}" srcOrd="0" destOrd="0" presId="urn:microsoft.com/office/officeart/2005/8/layout/hProcess7"/>
    <dgm:cxn modelId="{14E88492-426B-4EB2-B582-CA3D0C2FA843}" type="presOf" srcId="{7EB498A9-0358-45A5-A0CC-5D00B3BA7296}" destId="{C7BA2D9F-18BF-4614-9BE5-C5920AFA71E3}" srcOrd="1" destOrd="0" presId="urn:microsoft.com/office/officeart/2005/8/layout/hProcess7"/>
    <dgm:cxn modelId="{8F2A204C-BA8F-4581-B15C-05B5E8E12931}" type="presOf" srcId="{871694D5-9617-40F6-86DF-B7466F232DC9}" destId="{6079BBAA-D064-447E-9E5A-0388CCE9658D}" srcOrd="0" destOrd="1" presId="urn:microsoft.com/office/officeart/2005/8/layout/hProcess7"/>
    <dgm:cxn modelId="{0A3E36D7-705C-4000-9A9C-EE0444FF7D4C}" type="presOf" srcId="{B545CEC5-04BB-4FBC-971A-0C64F8D7B9AB}" destId="{9DEB5D75-60CC-440B-9D09-8E696FB27B47}" srcOrd="0" destOrd="0" presId="urn:microsoft.com/office/officeart/2005/8/layout/hProcess7"/>
    <dgm:cxn modelId="{11ACA70C-A024-4429-AAF6-E079B0899CC8}" srcId="{B545CEC5-04BB-4FBC-971A-0C64F8D7B9AB}" destId="{EDF73A3E-56A2-40DD-805E-F170F3F68253}" srcOrd="2" destOrd="0" parTransId="{FC6051C2-B855-4B27-A20D-039871B4ECEE}" sibTransId="{F36DE9A5-52F0-4B12-A23A-C08ABE315364}"/>
    <dgm:cxn modelId="{F66DA693-6126-4AEC-9181-2F50F33FF6D4}" type="presOf" srcId="{07C47851-E76E-41B5-94F9-8A69FD6F5924}" destId="{85FF27D2-AB4F-431D-9A58-F870ED8F6A8B}" srcOrd="0" destOrd="0" presId="urn:microsoft.com/office/officeart/2005/8/layout/hProcess7"/>
    <dgm:cxn modelId="{CEC4A48B-D9D9-4823-84A8-81472C74CBD0}" type="presOf" srcId="{54741D57-C574-452E-9C3C-B07924DBC34C}" destId="{6079BBAA-D064-447E-9E5A-0388CCE9658D}" srcOrd="0" destOrd="2" presId="urn:microsoft.com/office/officeart/2005/8/layout/hProcess7"/>
    <dgm:cxn modelId="{76512EF3-1C78-4CF4-8851-6E4131C6F2CD}" type="presOf" srcId="{84AA50D2-7E53-4746-A97A-7B807DD9E56D}" destId="{6079BBAA-D064-447E-9E5A-0388CCE9658D}" srcOrd="0" destOrd="5" presId="urn:microsoft.com/office/officeart/2005/8/layout/hProcess7"/>
    <dgm:cxn modelId="{1845B806-C7FC-4F49-A227-DB3194E17C1C}" type="presOf" srcId="{9FC07B28-0547-41BA-BD1B-130971CA4F48}" destId="{1ACB5733-4909-4538-95DC-84DCC6DB5D07}" srcOrd="0" destOrd="0" presId="urn:microsoft.com/office/officeart/2005/8/layout/hProcess7"/>
    <dgm:cxn modelId="{90B9BE45-CD50-448F-9C0F-CDBF91AEABEB}" type="presOf" srcId="{EDF73A3E-56A2-40DD-805E-F170F3F68253}" destId="{85FF27D2-AB4F-431D-9A58-F870ED8F6A8B}" srcOrd="0" destOrd="2" presId="urn:microsoft.com/office/officeart/2005/8/layout/hProcess7"/>
    <dgm:cxn modelId="{2E147DFB-B504-4E1C-981C-D6993922557F}" type="presOf" srcId="{7EB498A9-0358-45A5-A0CC-5D00B3BA7296}" destId="{A7D2DB2A-6CAC-4662-94BB-DD94184E825A}" srcOrd="0" destOrd="0" presId="urn:microsoft.com/office/officeart/2005/8/layout/hProcess7"/>
    <dgm:cxn modelId="{D622700E-62D6-4CA7-8868-B7BEC2717475}" srcId="{7EB498A9-0358-45A5-A0CC-5D00B3BA7296}" destId="{54741D57-C574-452E-9C3C-B07924DBC34C}" srcOrd="2" destOrd="0" parTransId="{8DA0044B-A3AE-40B2-9613-2F5175018079}" sibTransId="{35AE19CA-3338-4228-AC67-B1F375EFA8A5}"/>
    <dgm:cxn modelId="{8E1481B7-0BC4-4A12-AED5-60A4731DE620}" type="presOf" srcId="{962A00AD-25BD-4343-B1A1-D03B7CAFF1CA}" destId="{85FF27D2-AB4F-431D-9A58-F870ED8F6A8B}" srcOrd="0" destOrd="4" presId="urn:microsoft.com/office/officeart/2005/8/layout/hProcess7"/>
    <dgm:cxn modelId="{DDE102B0-0DDF-4034-82D9-94C559092963}" type="presOf" srcId="{16F8C408-A49F-4EB6-A5AF-2CB873DED68B}" destId="{71669B88-F44A-4AE8-963D-2D02F7ABFB6D}" srcOrd="0" destOrd="0" presId="urn:microsoft.com/office/officeart/2005/8/layout/hProcess7"/>
    <dgm:cxn modelId="{786AE1C4-FC24-42C2-9939-631B8DE30729}" srcId="{16F8C408-A49F-4EB6-A5AF-2CB873DED68B}" destId="{F4F3BFC7-CA32-4AF8-B2B7-A62C0EDFAF88}" srcOrd="0" destOrd="0" parTransId="{A9F9C65D-9A50-4106-8BFA-7B5D4628A9E6}" sibTransId="{39D11AEA-DF50-40F4-8138-23C7F61D42C3}"/>
    <dgm:cxn modelId="{F9A1BCEA-B05F-410A-80CD-B74CFDA4C844}" srcId="{7EB498A9-0358-45A5-A0CC-5D00B3BA7296}" destId="{2210D3E1-D599-41DD-9F6F-C7EFF74310A9}" srcOrd="0" destOrd="0" parTransId="{C827B772-BE7E-468F-B037-0E7B6A9751ED}" sibTransId="{2369CD20-06B5-49E3-AE60-788E186BC6E7}"/>
    <dgm:cxn modelId="{FE878999-3117-4E51-BD06-B4365B6A1326}" srcId="{B545CEC5-04BB-4FBC-971A-0C64F8D7B9AB}" destId="{162BEB22-4DC2-4C43-9534-1E8619FB7D03}" srcOrd="3" destOrd="0" parTransId="{8EB2317E-5066-4B0D-8EAB-862132FF4969}" sibTransId="{7A66D0F6-A639-4683-B310-2A827EB68098}"/>
    <dgm:cxn modelId="{08AD17F7-9A95-4B44-99AE-5055538F8065}" type="presOf" srcId="{DF45F630-0709-4EBA-B15D-A7BDCEA196A1}" destId="{85FF27D2-AB4F-431D-9A58-F870ED8F6A8B}" srcOrd="0" destOrd="5" presId="urn:microsoft.com/office/officeart/2005/8/layout/hProcess7"/>
    <dgm:cxn modelId="{E48F9B29-6E72-4C57-A62C-48B80273DDD2}" srcId="{7EB498A9-0358-45A5-A0CC-5D00B3BA7296}" destId="{76DA34B9-BEBF-4433-9F35-53D9D6A21149}" srcOrd="4" destOrd="0" parTransId="{E9CD3605-AAD8-4E86-9811-0507D12800EF}" sibTransId="{976F5F4D-461A-4637-A971-5ECE10171392}"/>
    <dgm:cxn modelId="{3FCF886F-33D7-4EC8-872B-E26029DD5E14}" srcId="{16F8C408-A49F-4EB6-A5AF-2CB873DED68B}" destId="{7EB498A9-0358-45A5-A0CC-5D00B3BA7296}" srcOrd="2" destOrd="0" parTransId="{B34F0059-6274-4D3E-AD3B-F37FE7B786E3}" sibTransId="{FDD7AAB0-31D8-4E60-8D10-5CEF60DC54D6}"/>
    <dgm:cxn modelId="{FFA6EDC7-F1FF-40A4-94F2-68154F6F8C4D}" type="presOf" srcId="{EA21E2B3-99D7-4CE1-9EA9-2E122B576680}" destId="{85FF27D2-AB4F-431D-9A58-F870ED8F6A8B}" srcOrd="0" destOrd="1" presId="urn:microsoft.com/office/officeart/2005/8/layout/hProcess7"/>
    <dgm:cxn modelId="{9A65748D-4AF2-45E9-A037-2C380F142D0B}" type="presOf" srcId="{F4F3BFC7-CA32-4AF8-B2B7-A62C0EDFAF88}" destId="{C61AD5DA-396A-48E2-8D8E-08ED0CD94E16}" srcOrd="1" destOrd="0" presId="urn:microsoft.com/office/officeart/2005/8/layout/hProcess7"/>
    <dgm:cxn modelId="{D5C2772B-DAAB-4382-867B-7E9179B9FD7B}" srcId="{7EB498A9-0358-45A5-A0CC-5D00B3BA7296}" destId="{242D6D85-F17B-4D35-A845-C7900B4E077D}" srcOrd="3" destOrd="0" parTransId="{82A3232B-D030-4823-8F68-72109EAA0BFB}" sibTransId="{AE4BBCD7-4E1F-494A-913B-8916B6451047}"/>
    <dgm:cxn modelId="{6AAC712C-DA54-4058-A653-0DD542A8E6E4}" srcId="{B545CEC5-04BB-4FBC-971A-0C64F8D7B9AB}" destId="{07C47851-E76E-41B5-94F9-8A69FD6F5924}" srcOrd="0" destOrd="0" parTransId="{4FFBA6F5-ECBE-4D1F-A935-EFF560B35B5E}" sibTransId="{0B755F03-701B-4EF2-BD99-06D9B9C7DA1B}"/>
    <dgm:cxn modelId="{ED66A736-9C89-4522-8AED-D7999C25EBBB}" type="presOf" srcId="{B545CEC5-04BB-4FBC-971A-0C64F8D7B9AB}" destId="{C48AA54B-7FF2-43AD-BD67-EC84983AF6CB}" srcOrd="1" destOrd="0" presId="urn:microsoft.com/office/officeart/2005/8/layout/hProcess7"/>
    <dgm:cxn modelId="{CEF2B1F1-36C0-47ED-9F3C-40676680078A}" srcId="{7EB498A9-0358-45A5-A0CC-5D00B3BA7296}" destId="{871694D5-9617-40F6-86DF-B7466F232DC9}" srcOrd="1" destOrd="0" parTransId="{8FE37ED1-BD5D-45C8-A4C4-6BE6F4F6952C}" sibTransId="{9D37F65C-2041-4A9D-91DF-A744C4DB9402}"/>
    <dgm:cxn modelId="{82CF64F2-661D-4B3F-9FD2-A0C90082F205}" type="presOf" srcId="{242D6D85-F17B-4D35-A845-C7900B4E077D}" destId="{6079BBAA-D064-447E-9E5A-0388CCE9658D}" srcOrd="0" destOrd="3" presId="urn:microsoft.com/office/officeart/2005/8/layout/hProcess7"/>
    <dgm:cxn modelId="{06B94369-D5B3-4D08-8611-D4FEE86DE258}" type="presParOf" srcId="{71669B88-F44A-4AE8-963D-2D02F7ABFB6D}" destId="{C64CA56B-0488-4D76-BAFA-A35D3A9B5BD9}" srcOrd="0" destOrd="0" presId="urn:microsoft.com/office/officeart/2005/8/layout/hProcess7"/>
    <dgm:cxn modelId="{0C14CBFB-4FAF-411D-BF5B-6977155D4589}" type="presParOf" srcId="{C64CA56B-0488-4D76-BAFA-A35D3A9B5BD9}" destId="{7F5B4C22-75AA-406E-9359-8E30C8E0792E}" srcOrd="0" destOrd="0" presId="urn:microsoft.com/office/officeart/2005/8/layout/hProcess7"/>
    <dgm:cxn modelId="{2A6CAFD2-9FAA-4DA5-BAA3-583F37954A83}" type="presParOf" srcId="{C64CA56B-0488-4D76-BAFA-A35D3A9B5BD9}" destId="{C61AD5DA-396A-48E2-8D8E-08ED0CD94E16}" srcOrd="1" destOrd="0" presId="urn:microsoft.com/office/officeart/2005/8/layout/hProcess7"/>
    <dgm:cxn modelId="{D9BE5A7F-0D7C-4209-92B1-56AC70E1956E}" type="presParOf" srcId="{C64CA56B-0488-4D76-BAFA-A35D3A9B5BD9}" destId="{1ACB5733-4909-4538-95DC-84DCC6DB5D07}" srcOrd="2" destOrd="0" presId="urn:microsoft.com/office/officeart/2005/8/layout/hProcess7"/>
    <dgm:cxn modelId="{B9F66C80-0182-4567-9F2D-879DBA105F3E}" type="presParOf" srcId="{71669B88-F44A-4AE8-963D-2D02F7ABFB6D}" destId="{7733C641-3453-4F9F-A528-6297F9AA432F}" srcOrd="1" destOrd="0" presId="urn:microsoft.com/office/officeart/2005/8/layout/hProcess7"/>
    <dgm:cxn modelId="{3E3D8073-D1BC-49F7-9A9A-82AF3AEC930F}" type="presParOf" srcId="{71669B88-F44A-4AE8-963D-2D02F7ABFB6D}" destId="{D40F5EE5-EE28-48BB-9A61-0BB911A6E411}" srcOrd="2" destOrd="0" presId="urn:microsoft.com/office/officeart/2005/8/layout/hProcess7"/>
    <dgm:cxn modelId="{699BCC04-F75C-4621-94DA-ED96397D3831}" type="presParOf" srcId="{D40F5EE5-EE28-48BB-9A61-0BB911A6E411}" destId="{867E3625-0938-4CDD-A46D-C5D775872E10}" srcOrd="0" destOrd="0" presId="urn:microsoft.com/office/officeart/2005/8/layout/hProcess7"/>
    <dgm:cxn modelId="{C0EEB698-DA43-4055-AD46-419527AF0DA3}" type="presParOf" srcId="{D40F5EE5-EE28-48BB-9A61-0BB911A6E411}" destId="{64255B6C-B00C-4750-B57F-7113C7FE2880}" srcOrd="1" destOrd="0" presId="urn:microsoft.com/office/officeart/2005/8/layout/hProcess7"/>
    <dgm:cxn modelId="{D352E016-3ADA-4286-910F-5122CE06F585}" type="presParOf" srcId="{D40F5EE5-EE28-48BB-9A61-0BB911A6E411}" destId="{D1ED8587-5817-4651-9330-3DC5044BA415}" srcOrd="2" destOrd="0" presId="urn:microsoft.com/office/officeart/2005/8/layout/hProcess7"/>
    <dgm:cxn modelId="{4F200BAC-0ACD-4BB0-BA4C-9B71003187F1}" type="presParOf" srcId="{71669B88-F44A-4AE8-963D-2D02F7ABFB6D}" destId="{DC991196-B4F9-4CE3-B1E3-4A783668E4F6}" srcOrd="3" destOrd="0" presId="urn:microsoft.com/office/officeart/2005/8/layout/hProcess7"/>
    <dgm:cxn modelId="{4FBCC067-E1DC-45B7-A859-AC4EE9F3F34F}" type="presParOf" srcId="{71669B88-F44A-4AE8-963D-2D02F7ABFB6D}" destId="{0BEBA579-B82A-484A-B369-E4BD933CE56F}" srcOrd="4" destOrd="0" presId="urn:microsoft.com/office/officeart/2005/8/layout/hProcess7"/>
    <dgm:cxn modelId="{BB556571-3B98-4B89-BA24-0FE5DD3B2BD3}" type="presParOf" srcId="{0BEBA579-B82A-484A-B369-E4BD933CE56F}" destId="{9DEB5D75-60CC-440B-9D09-8E696FB27B47}" srcOrd="0" destOrd="0" presId="urn:microsoft.com/office/officeart/2005/8/layout/hProcess7"/>
    <dgm:cxn modelId="{62609F5D-B0D5-4FAB-8416-C614ECEC0B42}" type="presParOf" srcId="{0BEBA579-B82A-484A-B369-E4BD933CE56F}" destId="{C48AA54B-7FF2-43AD-BD67-EC84983AF6CB}" srcOrd="1" destOrd="0" presId="urn:microsoft.com/office/officeart/2005/8/layout/hProcess7"/>
    <dgm:cxn modelId="{5EED147E-19BD-4A73-B3C9-1012C9649440}" type="presParOf" srcId="{0BEBA579-B82A-484A-B369-E4BD933CE56F}" destId="{85FF27D2-AB4F-431D-9A58-F870ED8F6A8B}" srcOrd="2" destOrd="0" presId="urn:microsoft.com/office/officeart/2005/8/layout/hProcess7"/>
    <dgm:cxn modelId="{F42D1ACC-6747-4D38-8FA9-DD78BCD7840C}" type="presParOf" srcId="{71669B88-F44A-4AE8-963D-2D02F7ABFB6D}" destId="{902E0D66-678D-4BEA-AA7B-E5B3941C1A73}" srcOrd="5" destOrd="0" presId="urn:microsoft.com/office/officeart/2005/8/layout/hProcess7"/>
    <dgm:cxn modelId="{5093A555-A4A3-4C2B-8728-C79F6D8365F9}" type="presParOf" srcId="{71669B88-F44A-4AE8-963D-2D02F7ABFB6D}" destId="{6A2DC390-6AE2-4AF8-B146-62E95026110D}" srcOrd="6" destOrd="0" presId="urn:microsoft.com/office/officeart/2005/8/layout/hProcess7"/>
    <dgm:cxn modelId="{5C194A1C-AE42-46CA-BDD6-EA005F8740F1}" type="presParOf" srcId="{6A2DC390-6AE2-4AF8-B146-62E95026110D}" destId="{A5882ECA-95D2-45B4-826D-768443FFD2C6}" srcOrd="0" destOrd="0" presId="urn:microsoft.com/office/officeart/2005/8/layout/hProcess7"/>
    <dgm:cxn modelId="{AC555426-7ADB-4014-9BEF-2F47CDDEE993}" type="presParOf" srcId="{6A2DC390-6AE2-4AF8-B146-62E95026110D}" destId="{EB3AC5D0-1D8A-4E3D-A941-008FDDF7C14B}" srcOrd="1" destOrd="0" presId="urn:microsoft.com/office/officeart/2005/8/layout/hProcess7"/>
    <dgm:cxn modelId="{22A594B3-4651-4026-9AC2-3FAEF5CDD28A}" type="presParOf" srcId="{6A2DC390-6AE2-4AF8-B146-62E95026110D}" destId="{AC13DD51-D5AB-44D4-83F7-9CD3DC55F142}" srcOrd="2" destOrd="0" presId="urn:microsoft.com/office/officeart/2005/8/layout/hProcess7"/>
    <dgm:cxn modelId="{985546D0-6110-48FF-85F4-34FBCD61A537}" type="presParOf" srcId="{71669B88-F44A-4AE8-963D-2D02F7ABFB6D}" destId="{28EB3E5F-ABE3-4A81-94C0-843B92419F83}" srcOrd="7" destOrd="0" presId="urn:microsoft.com/office/officeart/2005/8/layout/hProcess7"/>
    <dgm:cxn modelId="{CF61399E-CBF9-4BEF-890B-383EFFBD3162}" type="presParOf" srcId="{71669B88-F44A-4AE8-963D-2D02F7ABFB6D}" destId="{95441EE1-634A-4F97-9526-AD8517645856}" srcOrd="8" destOrd="0" presId="urn:microsoft.com/office/officeart/2005/8/layout/hProcess7"/>
    <dgm:cxn modelId="{07B60F33-C921-488D-AF49-535491B33A2B}" type="presParOf" srcId="{95441EE1-634A-4F97-9526-AD8517645856}" destId="{A7D2DB2A-6CAC-4662-94BB-DD94184E825A}" srcOrd="0" destOrd="0" presId="urn:microsoft.com/office/officeart/2005/8/layout/hProcess7"/>
    <dgm:cxn modelId="{DDA2BE97-9436-45D5-89DC-F8178189DBF6}" type="presParOf" srcId="{95441EE1-634A-4F97-9526-AD8517645856}" destId="{C7BA2D9F-18BF-4614-9BE5-C5920AFA71E3}" srcOrd="1" destOrd="0" presId="urn:microsoft.com/office/officeart/2005/8/layout/hProcess7"/>
    <dgm:cxn modelId="{C5C3B890-A4D5-4F6F-B8C7-1D0926A02C87}" type="presParOf" srcId="{95441EE1-634A-4F97-9526-AD8517645856}" destId="{6079BBAA-D064-447E-9E5A-0388CCE9658D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984D18-875D-4006-A3A3-E1DE36AC4E73}" type="doc">
      <dgm:prSet loTypeId="urn:microsoft.com/office/officeart/2005/8/layout/chevron1" loCatId="process" qsTypeId="urn:microsoft.com/office/officeart/2005/8/quickstyle/simple1" qsCatId="simple" csTypeId="urn:microsoft.com/office/officeart/2005/8/colors/accent0_2" csCatId="mainScheme" phldr="1"/>
      <dgm:spPr/>
    </dgm:pt>
    <dgm:pt modelId="{B33EA536-4555-421B-960A-4CAACE62C33B}">
      <dgm:prSet phldrT="[Texto]"/>
      <dgm:spPr/>
      <dgm:t>
        <a:bodyPr/>
        <a:lstStyle/>
        <a:p>
          <a:r>
            <a:rPr lang="es-ES" dirty="0" smtClean="0"/>
            <a:t>1~2 días </a:t>
          </a:r>
          <a:endParaRPr lang="es-ES" dirty="0"/>
        </a:p>
      </dgm:t>
    </dgm:pt>
    <dgm:pt modelId="{66E6A2B0-62D3-41D7-8C84-B28A423FA662}" type="parTrans" cxnId="{9EA5033A-6E78-4EB5-AF58-475F92630DA6}">
      <dgm:prSet/>
      <dgm:spPr/>
      <dgm:t>
        <a:bodyPr/>
        <a:lstStyle/>
        <a:p>
          <a:endParaRPr lang="es-ES"/>
        </a:p>
      </dgm:t>
    </dgm:pt>
    <dgm:pt modelId="{430988FC-E9B5-4D5A-8F69-6A7558F63D8B}" type="sibTrans" cxnId="{9EA5033A-6E78-4EB5-AF58-475F92630DA6}">
      <dgm:prSet/>
      <dgm:spPr/>
      <dgm:t>
        <a:bodyPr/>
        <a:lstStyle/>
        <a:p>
          <a:endParaRPr lang="es-ES"/>
        </a:p>
      </dgm:t>
    </dgm:pt>
    <dgm:pt modelId="{5815361C-7CFD-48D0-ABBE-47C48C06D774}">
      <dgm:prSet phldrT="[Texto]"/>
      <dgm:spPr/>
      <dgm:t>
        <a:bodyPr/>
        <a:lstStyle/>
        <a:p>
          <a:r>
            <a:rPr lang="es-ES" dirty="0" smtClean="0"/>
            <a:t>3~5 </a:t>
          </a:r>
          <a:r>
            <a:rPr lang="es-ES" dirty="0" smtClean="0"/>
            <a:t>días</a:t>
          </a:r>
          <a:endParaRPr lang="es-ES" dirty="0"/>
        </a:p>
      </dgm:t>
    </dgm:pt>
    <dgm:pt modelId="{24C29685-4E0E-4018-95DA-73CEEFF3007A}" type="parTrans" cxnId="{18F5110C-9852-4F3F-9819-1FDE9ECDE26B}">
      <dgm:prSet/>
      <dgm:spPr/>
      <dgm:t>
        <a:bodyPr/>
        <a:lstStyle/>
        <a:p>
          <a:endParaRPr lang="es-ES"/>
        </a:p>
      </dgm:t>
    </dgm:pt>
    <dgm:pt modelId="{B24EDDB5-AFED-44C8-ACC2-039193B7A659}" type="sibTrans" cxnId="{18F5110C-9852-4F3F-9819-1FDE9ECDE26B}">
      <dgm:prSet/>
      <dgm:spPr/>
      <dgm:t>
        <a:bodyPr/>
        <a:lstStyle/>
        <a:p>
          <a:endParaRPr lang="es-ES"/>
        </a:p>
      </dgm:t>
    </dgm:pt>
    <dgm:pt modelId="{33B599F6-0352-427A-98F9-7F75DE73F22D}">
      <dgm:prSet phldrT="[Texto]"/>
      <dgm:spPr/>
      <dgm:t>
        <a:bodyPr/>
        <a:lstStyle/>
        <a:p>
          <a:r>
            <a:rPr lang="es-ES" dirty="0" smtClean="0"/>
            <a:t>4~6 horas</a:t>
          </a:r>
          <a:endParaRPr lang="es-ES" dirty="0"/>
        </a:p>
      </dgm:t>
    </dgm:pt>
    <dgm:pt modelId="{026ABFAD-A991-49D1-95A6-94CE6A0FBD9B}" type="parTrans" cxnId="{B1C651B8-EAB3-49BE-9D3C-30569A687115}">
      <dgm:prSet/>
      <dgm:spPr/>
      <dgm:t>
        <a:bodyPr/>
        <a:lstStyle/>
        <a:p>
          <a:endParaRPr lang="es-ES"/>
        </a:p>
      </dgm:t>
    </dgm:pt>
    <dgm:pt modelId="{4A1FB709-4FEA-497B-B968-D48B38B67114}" type="sibTrans" cxnId="{B1C651B8-EAB3-49BE-9D3C-30569A687115}">
      <dgm:prSet/>
      <dgm:spPr/>
      <dgm:t>
        <a:bodyPr/>
        <a:lstStyle/>
        <a:p>
          <a:endParaRPr lang="es-ES"/>
        </a:p>
      </dgm:t>
    </dgm:pt>
    <dgm:pt modelId="{7B95F048-F8BC-41EA-98A8-A74EF246811D}" type="pres">
      <dgm:prSet presAssocID="{FC984D18-875D-4006-A3A3-E1DE36AC4E73}" presName="Name0" presStyleCnt="0">
        <dgm:presLayoutVars>
          <dgm:dir/>
          <dgm:animLvl val="lvl"/>
          <dgm:resizeHandles val="exact"/>
        </dgm:presLayoutVars>
      </dgm:prSet>
      <dgm:spPr/>
    </dgm:pt>
    <dgm:pt modelId="{C0F52BAB-59E9-4EDF-9D26-552DD4E1C62A}" type="pres">
      <dgm:prSet presAssocID="{B33EA536-4555-421B-960A-4CAACE62C33B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C1758BC-C52C-4203-9F1B-6B6AACAD8640}" type="pres">
      <dgm:prSet presAssocID="{430988FC-E9B5-4D5A-8F69-6A7558F63D8B}" presName="parTxOnlySpace" presStyleCnt="0"/>
      <dgm:spPr/>
    </dgm:pt>
    <dgm:pt modelId="{B69F8255-060E-4D29-974D-CCC85BBF92F4}" type="pres">
      <dgm:prSet presAssocID="{5815361C-7CFD-48D0-ABBE-47C48C06D77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035B5DA-54CB-42DF-8406-C430EB04D31D}" type="pres">
      <dgm:prSet presAssocID="{B24EDDB5-AFED-44C8-ACC2-039193B7A659}" presName="parTxOnlySpace" presStyleCnt="0"/>
      <dgm:spPr/>
    </dgm:pt>
    <dgm:pt modelId="{4853BF47-4A87-4EB9-9DD8-751FC0230257}" type="pres">
      <dgm:prSet presAssocID="{33B599F6-0352-427A-98F9-7F75DE73F22D}" presName="parTxOnly" presStyleLbl="node1" presStyleIdx="2" presStyleCnt="3" custLinFactNeighborX="3816" custLinFactNeighborY="159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C651B8-EAB3-49BE-9D3C-30569A687115}" srcId="{FC984D18-875D-4006-A3A3-E1DE36AC4E73}" destId="{33B599F6-0352-427A-98F9-7F75DE73F22D}" srcOrd="2" destOrd="0" parTransId="{026ABFAD-A991-49D1-95A6-94CE6A0FBD9B}" sibTransId="{4A1FB709-4FEA-497B-B968-D48B38B67114}"/>
    <dgm:cxn modelId="{81D9CB21-678C-47FB-B728-FFD3C8CD3C43}" type="presOf" srcId="{33B599F6-0352-427A-98F9-7F75DE73F22D}" destId="{4853BF47-4A87-4EB9-9DD8-751FC0230257}" srcOrd="0" destOrd="0" presId="urn:microsoft.com/office/officeart/2005/8/layout/chevron1"/>
    <dgm:cxn modelId="{F2A550AA-34E3-4603-8AD1-D88590C34AB3}" type="presOf" srcId="{5815361C-7CFD-48D0-ABBE-47C48C06D774}" destId="{B69F8255-060E-4D29-974D-CCC85BBF92F4}" srcOrd="0" destOrd="0" presId="urn:microsoft.com/office/officeart/2005/8/layout/chevron1"/>
    <dgm:cxn modelId="{18F5110C-9852-4F3F-9819-1FDE9ECDE26B}" srcId="{FC984D18-875D-4006-A3A3-E1DE36AC4E73}" destId="{5815361C-7CFD-48D0-ABBE-47C48C06D774}" srcOrd="1" destOrd="0" parTransId="{24C29685-4E0E-4018-95DA-73CEEFF3007A}" sibTransId="{B24EDDB5-AFED-44C8-ACC2-039193B7A659}"/>
    <dgm:cxn modelId="{42A630B7-D3C9-450B-870B-C4E5D7E19EF0}" type="presOf" srcId="{B33EA536-4555-421B-960A-4CAACE62C33B}" destId="{C0F52BAB-59E9-4EDF-9D26-552DD4E1C62A}" srcOrd="0" destOrd="0" presId="urn:microsoft.com/office/officeart/2005/8/layout/chevron1"/>
    <dgm:cxn modelId="{0B8358B7-E417-48DB-9414-7560A9C1DBAD}" type="presOf" srcId="{FC984D18-875D-4006-A3A3-E1DE36AC4E73}" destId="{7B95F048-F8BC-41EA-98A8-A74EF246811D}" srcOrd="0" destOrd="0" presId="urn:microsoft.com/office/officeart/2005/8/layout/chevron1"/>
    <dgm:cxn modelId="{9EA5033A-6E78-4EB5-AF58-475F92630DA6}" srcId="{FC984D18-875D-4006-A3A3-E1DE36AC4E73}" destId="{B33EA536-4555-421B-960A-4CAACE62C33B}" srcOrd="0" destOrd="0" parTransId="{66E6A2B0-62D3-41D7-8C84-B28A423FA662}" sibTransId="{430988FC-E9B5-4D5A-8F69-6A7558F63D8B}"/>
    <dgm:cxn modelId="{8239482B-7DB2-4260-96DF-DCCF3FB3E2EB}" type="presParOf" srcId="{7B95F048-F8BC-41EA-98A8-A74EF246811D}" destId="{C0F52BAB-59E9-4EDF-9D26-552DD4E1C62A}" srcOrd="0" destOrd="0" presId="urn:microsoft.com/office/officeart/2005/8/layout/chevron1"/>
    <dgm:cxn modelId="{604ECB19-29C7-4A3F-A697-63EFBC10CFDF}" type="presParOf" srcId="{7B95F048-F8BC-41EA-98A8-A74EF246811D}" destId="{AC1758BC-C52C-4203-9F1B-6B6AACAD8640}" srcOrd="1" destOrd="0" presId="urn:microsoft.com/office/officeart/2005/8/layout/chevron1"/>
    <dgm:cxn modelId="{7635F73A-E2B0-4AEA-84F4-57A94099E4C5}" type="presParOf" srcId="{7B95F048-F8BC-41EA-98A8-A74EF246811D}" destId="{B69F8255-060E-4D29-974D-CCC85BBF92F4}" srcOrd="2" destOrd="0" presId="urn:microsoft.com/office/officeart/2005/8/layout/chevron1"/>
    <dgm:cxn modelId="{4923F067-B949-4BA2-BD75-1F42B06A7A80}" type="presParOf" srcId="{7B95F048-F8BC-41EA-98A8-A74EF246811D}" destId="{0035B5DA-54CB-42DF-8406-C430EB04D31D}" srcOrd="3" destOrd="0" presId="urn:microsoft.com/office/officeart/2005/8/layout/chevron1"/>
    <dgm:cxn modelId="{633A1F1E-F883-40E7-ABBC-86A5881B290F}" type="presParOf" srcId="{7B95F048-F8BC-41EA-98A8-A74EF246811D}" destId="{4853BF47-4A87-4EB9-9DD8-751FC023025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FB555E-5A78-49F3-8A91-286A63F46C9E}" type="doc">
      <dgm:prSet loTypeId="urn:microsoft.com/office/officeart/2005/8/layout/chevron1" loCatId="process" qsTypeId="urn:microsoft.com/office/officeart/2005/8/quickstyle/simple1" qsCatId="simple" csTypeId="urn:microsoft.com/office/officeart/2005/8/colors/accent6_1" csCatId="accent6" phldr="1"/>
      <dgm:spPr/>
    </dgm:pt>
    <dgm:pt modelId="{19403222-6966-48AF-B2D1-26E4B0C46880}">
      <dgm:prSet phldrT="[Texto]"/>
      <dgm:spPr/>
      <dgm:t>
        <a:bodyPr/>
        <a:lstStyle/>
        <a:p>
          <a:r>
            <a:rPr lang="es-ES" dirty="0" smtClean="0"/>
            <a:t>5Min</a:t>
          </a:r>
          <a:endParaRPr lang="es-ES" dirty="0"/>
        </a:p>
      </dgm:t>
    </dgm:pt>
    <dgm:pt modelId="{2BF5A0E0-0838-447C-920E-57DD7A9F28D9}" type="parTrans" cxnId="{005249B7-9883-4875-A6C0-CA0538DF3D20}">
      <dgm:prSet/>
      <dgm:spPr/>
      <dgm:t>
        <a:bodyPr/>
        <a:lstStyle/>
        <a:p>
          <a:endParaRPr lang="es-ES"/>
        </a:p>
      </dgm:t>
    </dgm:pt>
    <dgm:pt modelId="{F6A782DE-A92E-4AD6-ABE0-43DA23488F23}" type="sibTrans" cxnId="{005249B7-9883-4875-A6C0-CA0538DF3D20}">
      <dgm:prSet/>
      <dgm:spPr/>
      <dgm:t>
        <a:bodyPr/>
        <a:lstStyle/>
        <a:p>
          <a:endParaRPr lang="es-ES"/>
        </a:p>
      </dgm:t>
    </dgm:pt>
    <dgm:pt modelId="{10971592-ACA8-4FD7-A62D-A044DF50C54D}">
      <dgm:prSet phldrT="[Texto]"/>
      <dgm:spPr/>
      <dgm:t>
        <a:bodyPr/>
        <a:lstStyle/>
        <a:p>
          <a:r>
            <a:rPr lang="es-ES" dirty="0" smtClean="0"/>
            <a:t>1 día</a:t>
          </a:r>
          <a:endParaRPr lang="es-ES" dirty="0"/>
        </a:p>
      </dgm:t>
    </dgm:pt>
    <dgm:pt modelId="{64694AA5-98A7-4F1A-9E50-F39A867F8FE3}" type="parTrans" cxnId="{CEDD4ED6-D20C-4E05-A371-0350BAA816B6}">
      <dgm:prSet/>
      <dgm:spPr/>
      <dgm:t>
        <a:bodyPr/>
        <a:lstStyle/>
        <a:p>
          <a:endParaRPr lang="es-ES"/>
        </a:p>
      </dgm:t>
    </dgm:pt>
    <dgm:pt modelId="{8EFD5248-34B1-4F19-80B2-C41B969AE76D}" type="sibTrans" cxnId="{CEDD4ED6-D20C-4E05-A371-0350BAA816B6}">
      <dgm:prSet/>
      <dgm:spPr/>
      <dgm:t>
        <a:bodyPr/>
        <a:lstStyle/>
        <a:p>
          <a:endParaRPr lang="es-ES"/>
        </a:p>
      </dgm:t>
    </dgm:pt>
    <dgm:pt modelId="{000F0BFD-0A9C-480C-9337-A06B5FB706E5}">
      <dgm:prSet phldrT="[Texto]"/>
      <dgm:spPr/>
      <dgm:t>
        <a:bodyPr/>
        <a:lstStyle/>
        <a:p>
          <a:r>
            <a:rPr lang="es-ES" dirty="0" smtClean="0"/>
            <a:t>4 ~ 8 horas</a:t>
          </a:r>
          <a:endParaRPr lang="es-ES" dirty="0"/>
        </a:p>
      </dgm:t>
    </dgm:pt>
    <dgm:pt modelId="{9F234B4E-74CF-46C5-9E26-444912C7DFEA}" type="parTrans" cxnId="{56F9624A-6374-46A4-9DE6-4509332E4C3A}">
      <dgm:prSet/>
      <dgm:spPr/>
      <dgm:t>
        <a:bodyPr/>
        <a:lstStyle/>
        <a:p>
          <a:endParaRPr lang="es-ES"/>
        </a:p>
      </dgm:t>
    </dgm:pt>
    <dgm:pt modelId="{DF0A681E-E48C-4B97-8CA1-5432FE95CC76}" type="sibTrans" cxnId="{56F9624A-6374-46A4-9DE6-4509332E4C3A}">
      <dgm:prSet/>
      <dgm:spPr/>
      <dgm:t>
        <a:bodyPr/>
        <a:lstStyle/>
        <a:p>
          <a:endParaRPr lang="es-ES"/>
        </a:p>
      </dgm:t>
    </dgm:pt>
    <dgm:pt modelId="{A333EEB2-F2ED-48D3-B67F-46034CA24A78}" type="pres">
      <dgm:prSet presAssocID="{4DFB555E-5A78-49F3-8A91-286A63F46C9E}" presName="Name0" presStyleCnt="0">
        <dgm:presLayoutVars>
          <dgm:dir/>
          <dgm:animLvl val="lvl"/>
          <dgm:resizeHandles val="exact"/>
        </dgm:presLayoutVars>
      </dgm:prSet>
      <dgm:spPr/>
    </dgm:pt>
    <dgm:pt modelId="{C420E06C-8EEC-443E-BB8F-8A9702D84B6D}" type="pres">
      <dgm:prSet presAssocID="{19403222-6966-48AF-B2D1-26E4B0C4688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14AECC-F5EA-4770-B940-DEFBA99BDC8C}" type="pres">
      <dgm:prSet presAssocID="{F6A782DE-A92E-4AD6-ABE0-43DA23488F23}" presName="parTxOnlySpace" presStyleCnt="0"/>
      <dgm:spPr/>
    </dgm:pt>
    <dgm:pt modelId="{98A1C492-2B65-4083-9D04-67553CB364A2}" type="pres">
      <dgm:prSet presAssocID="{10971592-ACA8-4FD7-A62D-A044DF50C54D}" presName="parTxOnly" presStyleLbl="node1" presStyleIdx="1" presStyleCnt="3" custLinFactNeighborX="7576" custLinFactNeighborY="-791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1439CCD-A708-46E9-86EB-668C019FE3C7}" type="pres">
      <dgm:prSet presAssocID="{8EFD5248-34B1-4F19-80B2-C41B969AE76D}" presName="parTxOnlySpace" presStyleCnt="0"/>
      <dgm:spPr/>
    </dgm:pt>
    <dgm:pt modelId="{4DCA9607-4681-4D39-B5DD-EAE523B8E46E}" type="pres">
      <dgm:prSet presAssocID="{000F0BFD-0A9C-480C-9337-A06B5FB706E5}" presName="parTxOnly" presStyleLbl="node1" presStyleIdx="2" presStyleCnt="3" custLinFactNeighborX="821" custLinFactNeighborY="-409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76B7F50-57AE-48A4-89DD-47C9370A17D2}" type="presOf" srcId="{4DFB555E-5A78-49F3-8A91-286A63F46C9E}" destId="{A333EEB2-F2ED-48D3-B67F-46034CA24A78}" srcOrd="0" destOrd="0" presId="urn:microsoft.com/office/officeart/2005/8/layout/chevron1"/>
    <dgm:cxn modelId="{005249B7-9883-4875-A6C0-CA0538DF3D20}" srcId="{4DFB555E-5A78-49F3-8A91-286A63F46C9E}" destId="{19403222-6966-48AF-B2D1-26E4B0C46880}" srcOrd="0" destOrd="0" parTransId="{2BF5A0E0-0838-447C-920E-57DD7A9F28D9}" sibTransId="{F6A782DE-A92E-4AD6-ABE0-43DA23488F23}"/>
    <dgm:cxn modelId="{DE068F52-263C-48AD-8E5C-5A8D9F64AC98}" type="presOf" srcId="{19403222-6966-48AF-B2D1-26E4B0C46880}" destId="{C420E06C-8EEC-443E-BB8F-8A9702D84B6D}" srcOrd="0" destOrd="0" presId="urn:microsoft.com/office/officeart/2005/8/layout/chevron1"/>
    <dgm:cxn modelId="{CEDD4ED6-D20C-4E05-A371-0350BAA816B6}" srcId="{4DFB555E-5A78-49F3-8A91-286A63F46C9E}" destId="{10971592-ACA8-4FD7-A62D-A044DF50C54D}" srcOrd="1" destOrd="0" parTransId="{64694AA5-98A7-4F1A-9E50-F39A867F8FE3}" sibTransId="{8EFD5248-34B1-4F19-80B2-C41B969AE76D}"/>
    <dgm:cxn modelId="{56F9624A-6374-46A4-9DE6-4509332E4C3A}" srcId="{4DFB555E-5A78-49F3-8A91-286A63F46C9E}" destId="{000F0BFD-0A9C-480C-9337-A06B5FB706E5}" srcOrd="2" destOrd="0" parTransId="{9F234B4E-74CF-46C5-9E26-444912C7DFEA}" sibTransId="{DF0A681E-E48C-4B97-8CA1-5432FE95CC76}"/>
    <dgm:cxn modelId="{5D0E476F-8792-4F1A-A53B-81A43C7C815C}" type="presOf" srcId="{10971592-ACA8-4FD7-A62D-A044DF50C54D}" destId="{98A1C492-2B65-4083-9D04-67553CB364A2}" srcOrd="0" destOrd="0" presId="urn:microsoft.com/office/officeart/2005/8/layout/chevron1"/>
    <dgm:cxn modelId="{5FA50623-CE7F-49AE-843E-87A9775E892B}" type="presOf" srcId="{000F0BFD-0A9C-480C-9337-A06B5FB706E5}" destId="{4DCA9607-4681-4D39-B5DD-EAE523B8E46E}" srcOrd="0" destOrd="0" presId="urn:microsoft.com/office/officeart/2005/8/layout/chevron1"/>
    <dgm:cxn modelId="{6B86F452-5163-4121-AB26-7C2E35FF673B}" type="presParOf" srcId="{A333EEB2-F2ED-48D3-B67F-46034CA24A78}" destId="{C420E06C-8EEC-443E-BB8F-8A9702D84B6D}" srcOrd="0" destOrd="0" presId="urn:microsoft.com/office/officeart/2005/8/layout/chevron1"/>
    <dgm:cxn modelId="{4E65628E-A7EE-4B25-8ECC-9D403A24201E}" type="presParOf" srcId="{A333EEB2-F2ED-48D3-B67F-46034CA24A78}" destId="{8E14AECC-F5EA-4770-B940-DEFBA99BDC8C}" srcOrd="1" destOrd="0" presId="urn:microsoft.com/office/officeart/2005/8/layout/chevron1"/>
    <dgm:cxn modelId="{82D405BA-23EA-4710-AC67-A0F8FFCB1542}" type="presParOf" srcId="{A333EEB2-F2ED-48D3-B67F-46034CA24A78}" destId="{98A1C492-2B65-4083-9D04-67553CB364A2}" srcOrd="2" destOrd="0" presId="urn:microsoft.com/office/officeart/2005/8/layout/chevron1"/>
    <dgm:cxn modelId="{349AC3A8-6BEA-4B54-8EFA-776A59DF741A}" type="presParOf" srcId="{A333EEB2-F2ED-48D3-B67F-46034CA24A78}" destId="{91439CCD-A708-46E9-86EB-668C019FE3C7}" srcOrd="3" destOrd="0" presId="urn:microsoft.com/office/officeart/2005/8/layout/chevron1"/>
    <dgm:cxn modelId="{0718539C-BC3D-4A0A-910C-51191EC7EBBE}" type="presParOf" srcId="{A333EEB2-F2ED-48D3-B67F-46034CA24A78}" destId="{4DCA9607-4681-4D39-B5DD-EAE523B8E46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FB555E-5A78-49F3-8A91-286A63F46C9E}" type="doc">
      <dgm:prSet loTypeId="urn:microsoft.com/office/officeart/2005/8/layout/chevron1" loCatId="process" qsTypeId="urn:microsoft.com/office/officeart/2005/8/quickstyle/simple1" qsCatId="simple" csTypeId="urn:microsoft.com/office/officeart/2005/8/colors/accent6_1" csCatId="accent6" phldr="1"/>
      <dgm:spPr/>
    </dgm:pt>
    <dgm:pt modelId="{10971592-ACA8-4FD7-A62D-A044DF50C54D}">
      <dgm:prSet phldrT="[Texto]"/>
      <dgm:spPr/>
      <dgm:t>
        <a:bodyPr/>
        <a:lstStyle/>
        <a:p>
          <a:r>
            <a:rPr lang="es-ES" dirty="0" smtClean="0"/>
            <a:t>15 Min</a:t>
          </a:r>
          <a:endParaRPr lang="es-ES" dirty="0"/>
        </a:p>
      </dgm:t>
    </dgm:pt>
    <dgm:pt modelId="{64694AA5-98A7-4F1A-9E50-F39A867F8FE3}" type="parTrans" cxnId="{CEDD4ED6-D20C-4E05-A371-0350BAA816B6}">
      <dgm:prSet/>
      <dgm:spPr/>
      <dgm:t>
        <a:bodyPr/>
        <a:lstStyle/>
        <a:p>
          <a:endParaRPr lang="es-ES"/>
        </a:p>
      </dgm:t>
    </dgm:pt>
    <dgm:pt modelId="{8EFD5248-34B1-4F19-80B2-C41B969AE76D}" type="sibTrans" cxnId="{CEDD4ED6-D20C-4E05-A371-0350BAA816B6}">
      <dgm:prSet/>
      <dgm:spPr/>
      <dgm:t>
        <a:bodyPr/>
        <a:lstStyle/>
        <a:p>
          <a:endParaRPr lang="es-ES"/>
        </a:p>
      </dgm:t>
    </dgm:pt>
    <dgm:pt modelId="{000F0BFD-0A9C-480C-9337-A06B5FB706E5}">
      <dgm:prSet phldrT="[Texto]"/>
      <dgm:spPr/>
      <dgm:t>
        <a:bodyPr/>
        <a:lstStyle/>
        <a:p>
          <a:r>
            <a:rPr lang="es-ES" dirty="0" smtClean="0"/>
            <a:t>&lt;4 horas</a:t>
          </a:r>
          <a:endParaRPr lang="es-ES" dirty="0"/>
        </a:p>
      </dgm:t>
    </dgm:pt>
    <dgm:pt modelId="{9F234B4E-74CF-46C5-9E26-444912C7DFEA}" type="parTrans" cxnId="{56F9624A-6374-46A4-9DE6-4509332E4C3A}">
      <dgm:prSet/>
      <dgm:spPr/>
      <dgm:t>
        <a:bodyPr/>
        <a:lstStyle/>
        <a:p>
          <a:endParaRPr lang="es-ES"/>
        </a:p>
      </dgm:t>
    </dgm:pt>
    <dgm:pt modelId="{DF0A681E-E48C-4B97-8CA1-5432FE95CC76}" type="sibTrans" cxnId="{56F9624A-6374-46A4-9DE6-4509332E4C3A}">
      <dgm:prSet/>
      <dgm:spPr/>
      <dgm:t>
        <a:bodyPr/>
        <a:lstStyle/>
        <a:p>
          <a:endParaRPr lang="es-ES"/>
        </a:p>
      </dgm:t>
    </dgm:pt>
    <dgm:pt modelId="{19403222-6966-48AF-B2D1-26E4B0C46880}">
      <dgm:prSet phldrT="[Texto]"/>
      <dgm:spPr/>
      <dgm:t>
        <a:bodyPr/>
        <a:lstStyle/>
        <a:p>
          <a:r>
            <a:rPr lang="es-ES" dirty="0" smtClean="0"/>
            <a:t>5Min</a:t>
          </a:r>
          <a:endParaRPr lang="es-ES" dirty="0"/>
        </a:p>
      </dgm:t>
    </dgm:pt>
    <dgm:pt modelId="{F6A782DE-A92E-4AD6-ABE0-43DA23488F23}" type="sibTrans" cxnId="{005249B7-9883-4875-A6C0-CA0538DF3D20}">
      <dgm:prSet/>
      <dgm:spPr/>
      <dgm:t>
        <a:bodyPr/>
        <a:lstStyle/>
        <a:p>
          <a:endParaRPr lang="es-ES"/>
        </a:p>
      </dgm:t>
    </dgm:pt>
    <dgm:pt modelId="{2BF5A0E0-0838-447C-920E-57DD7A9F28D9}" type="parTrans" cxnId="{005249B7-9883-4875-A6C0-CA0538DF3D20}">
      <dgm:prSet/>
      <dgm:spPr/>
      <dgm:t>
        <a:bodyPr/>
        <a:lstStyle/>
        <a:p>
          <a:endParaRPr lang="es-ES"/>
        </a:p>
      </dgm:t>
    </dgm:pt>
    <dgm:pt modelId="{A333EEB2-F2ED-48D3-B67F-46034CA24A78}" type="pres">
      <dgm:prSet presAssocID="{4DFB555E-5A78-49F3-8A91-286A63F46C9E}" presName="Name0" presStyleCnt="0">
        <dgm:presLayoutVars>
          <dgm:dir/>
          <dgm:animLvl val="lvl"/>
          <dgm:resizeHandles val="exact"/>
        </dgm:presLayoutVars>
      </dgm:prSet>
      <dgm:spPr/>
    </dgm:pt>
    <dgm:pt modelId="{C420E06C-8EEC-443E-BB8F-8A9702D84B6D}" type="pres">
      <dgm:prSet presAssocID="{19403222-6966-48AF-B2D1-26E4B0C4688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14AECC-F5EA-4770-B940-DEFBA99BDC8C}" type="pres">
      <dgm:prSet presAssocID="{F6A782DE-A92E-4AD6-ABE0-43DA23488F23}" presName="parTxOnlySpace" presStyleCnt="0"/>
      <dgm:spPr/>
    </dgm:pt>
    <dgm:pt modelId="{98A1C492-2B65-4083-9D04-67553CB364A2}" type="pres">
      <dgm:prSet presAssocID="{10971592-ACA8-4FD7-A62D-A044DF50C54D}" presName="parTxOnly" presStyleLbl="node1" presStyleIdx="1" presStyleCnt="3" custLinFactNeighborX="7576" custLinFactNeighborY="-791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1439CCD-A708-46E9-86EB-668C019FE3C7}" type="pres">
      <dgm:prSet presAssocID="{8EFD5248-34B1-4F19-80B2-C41B969AE76D}" presName="parTxOnlySpace" presStyleCnt="0"/>
      <dgm:spPr/>
    </dgm:pt>
    <dgm:pt modelId="{4DCA9607-4681-4D39-B5DD-EAE523B8E46E}" type="pres">
      <dgm:prSet presAssocID="{000F0BFD-0A9C-480C-9337-A06B5FB706E5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76B7F50-57AE-48A4-89DD-47C9370A17D2}" type="presOf" srcId="{4DFB555E-5A78-49F3-8A91-286A63F46C9E}" destId="{A333EEB2-F2ED-48D3-B67F-46034CA24A78}" srcOrd="0" destOrd="0" presId="urn:microsoft.com/office/officeart/2005/8/layout/chevron1"/>
    <dgm:cxn modelId="{005249B7-9883-4875-A6C0-CA0538DF3D20}" srcId="{4DFB555E-5A78-49F3-8A91-286A63F46C9E}" destId="{19403222-6966-48AF-B2D1-26E4B0C46880}" srcOrd="0" destOrd="0" parTransId="{2BF5A0E0-0838-447C-920E-57DD7A9F28D9}" sibTransId="{F6A782DE-A92E-4AD6-ABE0-43DA23488F23}"/>
    <dgm:cxn modelId="{DE068F52-263C-48AD-8E5C-5A8D9F64AC98}" type="presOf" srcId="{19403222-6966-48AF-B2D1-26E4B0C46880}" destId="{C420E06C-8EEC-443E-BB8F-8A9702D84B6D}" srcOrd="0" destOrd="0" presId="urn:microsoft.com/office/officeart/2005/8/layout/chevron1"/>
    <dgm:cxn modelId="{CEDD4ED6-D20C-4E05-A371-0350BAA816B6}" srcId="{4DFB555E-5A78-49F3-8A91-286A63F46C9E}" destId="{10971592-ACA8-4FD7-A62D-A044DF50C54D}" srcOrd="1" destOrd="0" parTransId="{64694AA5-98A7-4F1A-9E50-F39A867F8FE3}" sibTransId="{8EFD5248-34B1-4F19-80B2-C41B969AE76D}"/>
    <dgm:cxn modelId="{56F9624A-6374-46A4-9DE6-4509332E4C3A}" srcId="{4DFB555E-5A78-49F3-8A91-286A63F46C9E}" destId="{000F0BFD-0A9C-480C-9337-A06B5FB706E5}" srcOrd="2" destOrd="0" parTransId="{9F234B4E-74CF-46C5-9E26-444912C7DFEA}" sibTransId="{DF0A681E-E48C-4B97-8CA1-5432FE95CC76}"/>
    <dgm:cxn modelId="{5D0E476F-8792-4F1A-A53B-81A43C7C815C}" type="presOf" srcId="{10971592-ACA8-4FD7-A62D-A044DF50C54D}" destId="{98A1C492-2B65-4083-9D04-67553CB364A2}" srcOrd="0" destOrd="0" presId="urn:microsoft.com/office/officeart/2005/8/layout/chevron1"/>
    <dgm:cxn modelId="{5FA50623-CE7F-49AE-843E-87A9775E892B}" type="presOf" srcId="{000F0BFD-0A9C-480C-9337-A06B5FB706E5}" destId="{4DCA9607-4681-4D39-B5DD-EAE523B8E46E}" srcOrd="0" destOrd="0" presId="urn:microsoft.com/office/officeart/2005/8/layout/chevron1"/>
    <dgm:cxn modelId="{6B86F452-5163-4121-AB26-7C2E35FF673B}" type="presParOf" srcId="{A333EEB2-F2ED-48D3-B67F-46034CA24A78}" destId="{C420E06C-8EEC-443E-BB8F-8A9702D84B6D}" srcOrd="0" destOrd="0" presId="urn:microsoft.com/office/officeart/2005/8/layout/chevron1"/>
    <dgm:cxn modelId="{4E65628E-A7EE-4B25-8ECC-9D403A24201E}" type="presParOf" srcId="{A333EEB2-F2ED-48D3-B67F-46034CA24A78}" destId="{8E14AECC-F5EA-4770-B940-DEFBA99BDC8C}" srcOrd="1" destOrd="0" presId="urn:microsoft.com/office/officeart/2005/8/layout/chevron1"/>
    <dgm:cxn modelId="{82D405BA-23EA-4710-AC67-A0F8FFCB1542}" type="presParOf" srcId="{A333EEB2-F2ED-48D3-B67F-46034CA24A78}" destId="{98A1C492-2B65-4083-9D04-67553CB364A2}" srcOrd="2" destOrd="0" presId="urn:microsoft.com/office/officeart/2005/8/layout/chevron1"/>
    <dgm:cxn modelId="{349AC3A8-6BEA-4B54-8EFA-776A59DF741A}" type="presParOf" srcId="{A333EEB2-F2ED-48D3-B67F-46034CA24A78}" destId="{91439CCD-A708-46E9-86EB-668C019FE3C7}" srcOrd="3" destOrd="0" presId="urn:microsoft.com/office/officeart/2005/8/layout/chevron1"/>
    <dgm:cxn modelId="{0718539C-BC3D-4A0A-910C-51191EC7EBBE}" type="presParOf" srcId="{A333EEB2-F2ED-48D3-B67F-46034CA24A78}" destId="{4DCA9607-4681-4D39-B5DD-EAE523B8E46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DFB555E-5A78-49F3-8A91-286A63F46C9E}" type="doc">
      <dgm:prSet loTypeId="urn:microsoft.com/office/officeart/2005/8/layout/chevron1" loCatId="process" qsTypeId="urn:microsoft.com/office/officeart/2005/8/quickstyle/simple1" qsCatId="simple" csTypeId="urn:microsoft.com/office/officeart/2005/8/colors/accent6_1" csCatId="accent6" phldr="1"/>
      <dgm:spPr/>
    </dgm:pt>
    <dgm:pt modelId="{19403222-6966-48AF-B2D1-26E4B0C46880}">
      <dgm:prSet phldrT="[Texto]"/>
      <dgm:spPr/>
      <dgm:t>
        <a:bodyPr/>
        <a:lstStyle/>
        <a:p>
          <a:r>
            <a:rPr lang="es-ES" dirty="0" smtClean="0"/>
            <a:t>5Min</a:t>
          </a:r>
          <a:endParaRPr lang="es-ES" dirty="0"/>
        </a:p>
      </dgm:t>
    </dgm:pt>
    <dgm:pt modelId="{2BF5A0E0-0838-447C-920E-57DD7A9F28D9}" type="parTrans" cxnId="{005249B7-9883-4875-A6C0-CA0538DF3D20}">
      <dgm:prSet/>
      <dgm:spPr/>
      <dgm:t>
        <a:bodyPr/>
        <a:lstStyle/>
        <a:p>
          <a:endParaRPr lang="es-ES"/>
        </a:p>
      </dgm:t>
    </dgm:pt>
    <dgm:pt modelId="{F6A782DE-A92E-4AD6-ABE0-43DA23488F23}" type="sibTrans" cxnId="{005249B7-9883-4875-A6C0-CA0538DF3D20}">
      <dgm:prSet/>
      <dgm:spPr/>
      <dgm:t>
        <a:bodyPr/>
        <a:lstStyle/>
        <a:p>
          <a:endParaRPr lang="es-ES"/>
        </a:p>
      </dgm:t>
    </dgm:pt>
    <dgm:pt modelId="{10971592-ACA8-4FD7-A62D-A044DF50C54D}">
      <dgm:prSet phldrT="[Texto]"/>
      <dgm:spPr/>
      <dgm:t>
        <a:bodyPr/>
        <a:lstStyle/>
        <a:p>
          <a:r>
            <a:rPr lang="es-ES" dirty="0" smtClean="0"/>
            <a:t>15 Min</a:t>
          </a:r>
          <a:endParaRPr lang="es-ES" dirty="0"/>
        </a:p>
      </dgm:t>
    </dgm:pt>
    <dgm:pt modelId="{64694AA5-98A7-4F1A-9E50-F39A867F8FE3}" type="parTrans" cxnId="{CEDD4ED6-D20C-4E05-A371-0350BAA816B6}">
      <dgm:prSet/>
      <dgm:spPr/>
      <dgm:t>
        <a:bodyPr/>
        <a:lstStyle/>
        <a:p>
          <a:endParaRPr lang="es-ES"/>
        </a:p>
      </dgm:t>
    </dgm:pt>
    <dgm:pt modelId="{8EFD5248-34B1-4F19-80B2-C41B969AE76D}" type="sibTrans" cxnId="{CEDD4ED6-D20C-4E05-A371-0350BAA816B6}">
      <dgm:prSet/>
      <dgm:spPr/>
      <dgm:t>
        <a:bodyPr/>
        <a:lstStyle/>
        <a:p>
          <a:endParaRPr lang="es-ES"/>
        </a:p>
      </dgm:t>
    </dgm:pt>
    <dgm:pt modelId="{000F0BFD-0A9C-480C-9337-A06B5FB706E5}">
      <dgm:prSet phldrT="[Texto]"/>
      <dgm:spPr/>
      <dgm:t>
        <a:bodyPr/>
        <a:lstStyle/>
        <a:p>
          <a:r>
            <a:rPr lang="es-ES" dirty="0" smtClean="0"/>
            <a:t>30 Min</a:t>
          </a:r>
          <a:endParaRPr lang="es-ES" dirty="0"/>
        </a:p>
      </dgm:t>
    </dgm:pt>
    <dgm:pt modelId="{9F234B4E-74CF-46C5-9E26-444912C7DFEA}" type="parTrans" cxnId="{56F9624A-6374-46A4-9DE6-4509332E4C3A}">
      <dgm:prSet/>
      <dgm:spPr/>
      <dgm:t>
        <a:bodyPr/>
        <a:lstStyle/>
        <a:p>
          <a:endParaRPr lang="es-ES"/>
        </a:p>
      </dgm:t>
    </dgm:pt>
    <dgm:pt modelId="{DF0A681E-E48C-4B97-8CA1-5432FE95CC76}" type="sibTrans" cxnId="{56F9624A-6374-46A4-9DE6-4509332E4C3A}">
      <dgm:prSet/>
      <dgm:spPr/>
      <dgm:t>
        <a:bodyPr/>
        <a:lstStyle/>
        <a:p>
          <a:endParaRPr lang="es-ES"/>
        </a:p>
      </dgm:t>
    </dgm:pt>
    <dgm:pt modelId="{A333EEB2-F2ED-48D3-B67F-46034CA24A78}" type="pres">
      <dgm:prSet presAssocID="{4DFB555E-5A78-49F3-8A91-286A63F46C9E}" presName="Name0" presStyleCnt="0">
        <dgm:presLayoutVars>
          <dgm:dir/>
          <dgm:animLvl val="lvl"/>
          <dgm:resizeHandles val="exact"/>
        </dgm:presLayoutVars>
      </dgm:prSet>
      <dgm:spPr/>
    </dgm:pt>
    <dgm:pt modelId="{C420E06C-8EEC-443E-BB8F-8A9702D84B6D}" type="pres">
      <dgm:prSet presAssocID="{19403222-6966-48AF-B2D1-26E4B0C4688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14AECC-F5EA-4770-B940-DEFBA99BDC8C}" type="pres">
      <dgm:prSet presAssocID="{F6A782DE-A92E-4AD6-ABE0-43DA23488F23}" presName="parTxOnlySpace" presStyleCnt="0"/>
      <dgm:spPr/>
    </dgm:pt>
    <dgm:pt modelId="{98A1C492-2B65-4083-9D04-67553CB364A2}" type="pres">
      <dgm:prSet presAssocID="{10971592-ACA8-4FD7-A62D-A044DF50C54D}" presName="parTxOnly" presStyleLbl="node1" presStyleIdx="1" presStyleCnt="3" custLinFactNeighborX="7576" custLinFactNeighborY="-791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1439CCD-A708-46E9-86EB-668C019FE3C7}" type="pres">
      <dgm:prSet presAssocID="{8EFD5248-34B1-4F19-80B2-C41B969AE76D}" presName="parTxOnlySpace" presStyleCnt="0"/>
      <dgm:spPr/>
    </dgm:pt>
    <dgm:pt modelId="{4DCA9607-4681-4D39-B5DD-EAE523B8E46E}" type="pres">
      <dgm:prSet presAssocID="{000F0BFD-0A9C-480C-9337-A06B5FB706E5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76B7F50-57AE-48A4-89DD-47C9370A17D2}" type="presOf" srcId="{4DFB555E-5A78-49F3-8A91-286A63F46C9E}" destId="{A333EEB2-F2ED-48D3-B67F-46034CA24A78}" srcOrd="0" destOrd="0" presId="urn:microsoft.com/office/officeart/2005/8/layout/chevron1"/>
    <dgm:cxn modelId="{005249B7-9883-4875-A6C0-CA0538DF3D20}" srcId="{4DFB555E-5A78-49F3-8A91-286A63F46C9E}" destId="{19403222-6966-48AF-B2D1-26E4B0C46880}" srcOrd="0" destOrd="0" parTransId="{2BF5A0E0-0838-447C-920E-57DD7A9F28D9}" sibTransId="{F6A782DE-A92E-4AD6-ABE0-43DA23488F23}"/>
    <dgm:cxn modelId="{DE068F52-263C-48AD-8E5C-5A8D9F64AC98}" type="presOf" srcId="{19403222-6966-48AF-B2D1-26E4B0C46880}" destId="{C420E06C-8EEC-443E-BB8F-8A9702D84B6D}" srcOrd="0" destOrd="0" presId="urn:microsoft.com/office/officeart/2005/8/layout/chevron1"/>
    <dgm:cxn modelId="{CEDD4ED6-D20C-4E05-A371-0350BAA816B6}" srcId="{4DFB555E-5A78-49F3-8A91-286A63F46C9E}" destId="{10971592-ACA8-4FD7-A62D-A044DF50C54D}" srcOrd="1" destOrd="0" parTransId="{64694AA5-98A7-4F1A-9E50-F39A867F8FE3}" sibTransId="{8EFD5248-34B1-4F19-80B2-C41B969AE76D}"/>
    <dgm:cxn modelId="{56F9624A-6374-46A4-9DE6-4509332E4C3A}" srcId="{4DFB555E-5A78-49F3-8A91-286A63F46C9E}" destId="{000F0BFD-0A9C-480C-9337-A06B5FB706E5}" srcOrd="2" destOrd="0" parTransId="{9F234B4E-74CF-46C5-9E26-444912C7DFEA}" sibTransId="{DF0A681E-E48C-4B97-8CA1-5432FE95CC76}"/>
    <dgm:cxn modelId="{5D0E476F-8792-4F1A-A53B-81A43C7C815C}" type="presOf" srcId="{10971592-ACA8-4FD7-A62D-A044DF50C54D}" destId="{98A1C492-2B65-4083-9D04-67553CB364A2}" srcOrd="0" destOrd="0" presId="urn:microsoft.com/office/officeart/2005/8/layout/chevron1"/>
    <dgm:cxn modelId="{5FA50623-CE7F-49AE-843E-87A9775E892B}" type="presOf" srcId="{000F0BFD-0A9C-480C-9337-A06B5FB706E5}" destId="{4DCA9607-4681-4D39-B5DD-EAE523B8E46E}" srcOrd="0" destOrd="0" presId="urn:microsoft.com/office/officeart/2005/8/layout/chevron1"/>
    <dgm:cxn modelId="{6B86F452-5163-4121-AB26-7C2E35FF673B}" type="presParOf" srcId="{A333EEB2-F2ED-48D3-B67F-46034CA24A78}" destId="{C420E06C-8EEC-443E-BB8F-8A9702D84B6D}" srcOrd="0" destOrd="0" presId="urn:microsoft.com/office/officeart/2005/8/layout/chevron1"/>
    <dgm:cxn modelId="{4E65628E-A7EE-4B25-8ECC-9D403A24201E}" type="presParOf" srcId="{A333EEB2-F2ED-48D3-B67F-46034CA24A78}" destId="{8E14AECC-F5EA-4770-B940-DEFBA99BDC8C}" srcOrd="1" destOrd="0" presId="urn:microsoft.com/office/officeart/2005/8/layout/chevron1"/>
    <dgm:cxn modelId="{82D405BA-23EA-4710-AC67-A0F8FFCB1542}" type="presParOf" srcId="{A333EEB2-F2ED-48D3-B67F-46034CA24A78}" destId="{98A1C492-2B65-4083-9D04-67553CB364A2}" srcOrd="2" destOrd="0" presId="urn:microsoft.com/office/officeart/2005/8/layout/chevron1"/>
    <dgm:cxn modelId="{349AC3A8-6BEA-4B54-8EFA-776A59DF741A}" type="presParOf" srcId="{A333EEB2-F2ED-48D3-B67F-46034CA24A78}" destId="{91439CCD-A708-46E9-86EB-668C019FE3C7}" srcOrd="3" destOrd="0" presId="urn:microsoft.com/office/officeart/2005/8/layout/chevron1"/>
    <dgm:cxn modelId="{0718539C-BC3D-4A0A-910C-51191EC7EBBE}" type="presParOf" srcId="{A333EEB2-F2ED-48D3-B67F-46034CA24A78}" destId="{4DCA9607-4681-4D39-B5DD-EAE523B8E46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B568BC-3A5D-4283-9292-66FD98C1CC15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07D8481-1CE4-4F41-94C7-03729CF6E898}">
      <dgm:prSet phldrT="[Texto]"/>
      <dgm:spPr/>
      <dgm:t>
        <a:bodyPr/>
        <a:lstStyle/>
        <a:p>
          <a:r>
            <a:rPr lang="es-ES" dirty="0" smtClean="0"/>
            <a:t>Fase 1</a:t>
          </a:r>
          <a:endParaRPr lang="es-ES" dirty="0"/>
        </a:p>
      </dgm:t>
    </dgm:pt>
    <dgm:pt modelId="{A95CA2C0-604D-4A8E-AC1C-089EC1A57278}" type="parTrans" cxnId="{49C83197-227D-4E0A-B6B8-E696E977F7EB}">
      <dgm:prSet/>
      <dgm:spPr/>
      <dgm:t>
        <a:bodyPr/>
        <a:lstStyle/>
        <a:p>
          <a:endParaRPr lang="es-ES"/>
        </a:p>
      </dgm:t>
    </dgm:pt>
    <dgm:pt modelId="{F376D49D-E0F5-4609-AECD-CD87A24311C7}" type="sibTrans" cxnId="{49C83197-227D-4E0A-B6B8-E696E977F7EB}">
      <dgm:prSet/>
      <dgm:spPr/>
      <dgm:t>
        <a:bodyPr/>
        <a:lstStyle/>
        <a:p>
          <a:endParaRPr lang="es-ES"/>
        </a:p>
      </dgm:t>
    </dgm:pt>
    <dgm:pt modelId="{8D457674-0A5D-4B96-8CF9-66BD6259213F}">
      <dgm:prSet phldrT="[Texto]"/>
      <dgm:spPr/>
      <dgm:t>
        <a:bodyPr/>
        <a:lstStyle/>
        <a:p>
          <a:r>
            <a:rPr lang="es-ES" dirty="0" smtClean="0"/>
            <a:t>Fase 2</a:t>
          </a:r>
          <a:endParaRPr lang="es-ES" dirty="0"/>
        </a:p>
      </dgm:t>
    </dgm:pt>
    <dgm:pt modelId="{08F1661E-9C74-452B-A51D-55A7B6FB86C1}" type="parTrans" cxnId="{6E87DBFB-5168-45A2-80BE-1D92EA4659C5}">
      <dgm:prSet/>
      <dgm:spPr/>
      <dgm:t>
        <a:bodyPr/>
        <a:lstStyle/>
        <a:p>
          <a:endParaRPr lang="es-ES"/>
        </a:p>
      </dgm:t>
    </dgm:pt>
    <dgm:pt modelId="{35C820C3-8D53-4786-B385-E8AFDFA5EF34}" type="sibTrans" cxnId="{6E87DBFB-5168-45A2-80BE-1D92EA4659C5}">
      <dgm:prSet/>
      <dgm:spPr/>
      <dgm:t>
        <a:bodyPr/>
        <a:lstStyle/>
        <a:p>
          <a:endParaRPr lang="es-ES"/>
        </a:p>
      </dgm:t>
    </dgm:pt>
    <dgm:pt modelId="{C164A447-7908-4916-927D-95FBA4E3B376}">
      <dgm:prSet phldrT="[Texto]"/>
      <dgm:spPr/>
      <dgm:t>
        <a:bodyPr/>
        <a:lstStyle/>
        <a:p>
          <a:r>
            <a:rPr lang="es-ES" dirty="0" smtClean="0"/>
            <a:t>Fase 3</a:t>
          </a:r>
          <a:endParaRPr lang="es-ES" dirty="0"/>
        </a:p>
      </dgm:t>
    </dgm:pt>
    <dgm:pt modelId="{B02F0A83-9F2A-4CFD-9776-E99D084AF766}" type="parTrans" cxnId="{00F7EC7C-07A3-4706-A113-F59EB4380E06}">
      <dgm:prSet/>
      <dgm:spPr/>
      <dgm:t>
        <a:bodyPr/>
        <a:lstStyle/>
        <a:p>
          <a:endParaRPr lang="es-ES"/>
        </a:p>
      </dgm:t>
    </dgm:pt>
    <dgm:pt modelId="{32C1A32B-9620-45E1-9375-0ED4E473DB98}" type="sibTrans" cxnId="{00F7EC7C-07A3-4706-A113-F59EB4380E06}">
      <dgm:prSet/>
      <dgm:spPr/>
      <dgm:t>
        <a:bodyPr/>
        <a:lstStyle/>
        <a:p>
          <a:endParaRPr lang="es-ES"/>
        </a:p>
      </dgm:t>
    </dgm:pt>
    <dgm:pt modelId="{C9D7344F-D84F-4AE0-94BD-EAD8A6494851}" type="pres">
      <dgm:prSet presAssocID="{9FB568BC-3A5D-4283-9292-66FD98C1CC15}" presName="Name0" presStyleCnt="0">
        <dgm:presLayoutVars>
          <dgm:dir/>
          <dgm:resizeHandles val="exact"/>
        </dgm:presLayoutVars>
      </dgm:prSet>
      <dgm:spPr/>
    </dgm:pt>
    <dgm:pt modelId="{0BFAEC51-0E3B-4250-A2F4-57165382DEF9}" type="pres">
      <dgm:prSet presAssocID="{407D8481-1CE4-4F41-94C7-03729CF6E898}" presName="composite" presStyleCnt="0"/>
      <dgm:spPr/>
    </dgm:pt>
    <dgm:pt modelId="{327F42C7-7CC2-4A8A-A614-6799B1FDFF94}" type="pres">
      <dgm:prSet presAssocID="{407D8481-1CE4-4F41-94C7-03729CF6E898}" presName="rect1" presStyleLbl="trAlignAcc1" presStyleIdx="0" presStyleCnt="3">
        <dgm:presLayoutVars>
          <dgm:bulletEnabled val="1"/>
        </dgm:presLayoutVars>
      </dgm:prSet>
      <dgm:spPr/>
    </dgm:pt>
    <dgm:pt modelId="{1FD06899-4046-4397-B69C-A0980FE7FDF0}" type="pres">
      <dgm:prSet presAssocID="{407D8481-1CE4-4F41-94C7-03729CF6E898}" presName="rect2" presStyleLbl="fgImgPlace1" presStyleIdx="0" presStyleCnt="3"/>
      <dgm:spPr/>
    </dgm:pt>
    <dgm:pt modelId="{2E75C439-80AA-4795-AC74-AED070668759}" type="pres">
      <dgm:prSet presAssocID="{F376D49D-E0F5-4609-AECD-CD87A24311C7}" presName="sibTrans" presStyleCnt="0"/>
      <dgm:spPr/>
    </dgm:pt>
    <dgm:pt modelId="{58A53379-D443-4EF0-AE73-E644DBD5D02C}" type="pres">
      <dgm:prSet presAssocID="{8D457674-0A5D-4B96-8CF9-66BD6259213F}" presName="composite" presStyleCnt="0"/>
      <dgm:spPr/>
    </dgm:pt>
    <dgm:pt modelId="{DA72EE84-EBDC-4EB7-885D-D3CDA617BB71}" type="pres">
      <dgm:prSet presAssocID="{8D457674-0A5D-4B96-8CF9-66BD6259213F}" presName="rect1" presStyleLbl="trAlignAcc1" presStyleIdx="1" presStyleCnt="3">
        <dgm:presLayoutVars>
          <dgm:bulletEnabled val="1"/>
        </dgm:presLayoutVars>
      </dgm:prSet>
      <dgm:spPr/>
    </dgm:pt>
    <dgm:pt modelId="{D71F1D82-7B5E-4A00-B407-C5903AEE90D6}" type="pres">
      <dgm:prSet presAssocID="{8D457674-0A5D-4B96-8CF9-66BD6259213F}" presName="rect2" presStyleLbl="fgImgPlace1" presStyleIdx="1" presStyleCnt="3"/>
      <dgm:spPr/>
    </dgm:pt>
    <dgm:pt modelId="{1D96FD3A-0528-403D-AF7F-A59F2806240A}" type="pres">
      <dgm:prSet presAssocID="{35C820C3-8D53-4786-B385-E8AFDFA5EF34}" presName="sibTrans" presStyleCnt="0"/>
      <dgm:spPr/>
    </dgm:pt>
    <dgm:pt modelId="{5D12DCFB-C535-4799-9026-44FCB1291F34}" type="pres">
      <dgm:prSet presAssocID="{C164A447-7908-4916-927D-95FBA4E3B376}" presName="composite" presStyleCnt="0"/>
      <dgm:spPr/>
    </dgm:pt>
    <dgm:pt modelId="{AF102378-7DAD-4639-AEF8-1D029F0890D5}" type="pres">
      <dgm:prSet presAssocID="{C164A447-7908-4916-927D-95FBA4E3B376}" presName="rect1" presStyleLbl="trAlignAcc1" presStyleIdx="2" presStyleCnt="3">
        <dgm:presLayoutVars>
          <dgm:bulletEnabled val="1"/>
        </dgm:presLayoutVars>
      </dgm:prSet>
      <dgm:spPr/>
    </dgm:pt>
    <dgm:pt modelId="{6D01EC7A-E930-4959-A92C-58D8C18CBD68}" type="pres">
      <dgm:prSet presAssocID="{C164A447-7908-4916-927D-95FBA4E3B376}" presName="rect2" presStyleLbl="fgImgPlace1" presStyleIdx="2" presStyleCnt="3"/>
      <dgm:spPr/>
    </dgm:pt>
  </dgm:ptLst>
  <dgm:cxnLst>
    <dgm:cxn modelId="{49C83197-227D-4E0A-B6B8-E696E977F7EB}" srcId="{9FB568BC-3A5D-4283-9292-66FD98C1CC15}" destId="{407D8481-1CE4-4F41-94C7-03729CF6E898}" srcOrd="0" destOrd="0" parTransId="{A95CA2C0-604D-4A8E-AC1C-089EC1A57278}" sibTransId="{F376D49D-E0F5-4609-AECD-CD87A24311C7}"/>
    <dgm:cxn modelId="{2D7EAAB6-4EBC-4657-AE9A-BED7832215C6}" type="presOf" srcId="{8D457674-0A5D-4B96-8CF9-66BD6259213F}" destId="{DA72EE84-EBDC-4EB7-885D-D3CDA617BB71}" srcOrd="0" destOrd="0" presId="urn:microsoft.com/office/officeart/2008/layout/PictureStrips"/>
    <dgm:cxn modelId="{FEBC2014-97CE-4F8F-B8E1-640712260FC5}" type="presOf" srcId="{9FB568BC-3A5D-4283-9292-66FD98C1CC15}" destId="{C9D7344F-D84F-4AE0-94BD-EAD8A6494851}" srcOrd="0" destOrd="0" presId="urn:microsoft.com/office/officeart/2008/layout/PictureStrips"/>
    <dgm:cxn modelId="{21326295-D65B-4494-96A7-C14D7B7871FA}" type="presOf" srcId="{C164A447-7908-4916-927D-95FBA4E3B376}" destId="{AF102378-7DAD-4639-AEF8-1D029F0890D5}" srcOrd="0" destOrd="0" presId="urn:microsoft.com/office/officeart/2008/layout/PictureStrips"/>
    <dgm:cxn modelId="{00F7EC7C-07A3-4706-A113-F59EB4380E06}" srcId="{9FB568BC-3A5D-4283-9292-66FD98C1CC15}" destId="{C164A447-7908-4916-927D-95FBA4E3B376}" srcOrd="2" destOrd="0" parTransId="{B02F0A83-9F2A-4CFD-9776-E99D084AF766}" sibTransId="{32C1A32B-9620-45E1-9375-0ED4E473DB98}"/>
    <dgm:cxn modelId="{D2270239-1325-4325-99EB-72B753348631}" type="presOf" srcId="{407D8481-1CE4-4F41-94C7-03729CF6E898}" destId="{327F42C7-7CC2-4A8A-A614-6799B1FDFF94}" srcOrd="0" destOrd="0" presId="urn:microsoft.com/office/officeart/2008/layout/PictureStrips"/>
    <dgm:cxn modelId="{6E87DBFB-5168-45A2-80BE-1D92EA4659C5}" srcId="{9FB568BC-3A5D-4283-9292-66FD98C1CC15}" destId="{8D457674-0A5D-4B96-8CF9-66BD6259213F}" srcOrd="1" destOrd="0" parTransId="{08F1661E-9C74-452B-A51D-55A7B6FB86C1}" sibTransId="{35C820C3-8D53-4786-B385-E8AFDFA5EF34}"/>
    <dgm:cxn modelId="{BA624944-3A87-401F-BFF3-37607F5F893A}" type="presParOf" srcId="{C9D7344F-D84F-4AE0-94BD-EAD8A6494851}" destId="{0BFAEC51-0E3B-4250-A2F4-57165382DEF9}" srcOrd="0" destOrd="0" presId="urn:microsoft.com/office/officeart/2008/layout/PictureStrips"/>
    <dgm:cxn modelId="{3FBB88E6-754C-4896-8268-17CD3F6765B7}" type="presParOf" srcId="{0BFAEC51-0E3B-4250-A2F4-57165382DEF9}" destId="{327F42C7-7CC2-4A8A-A614-6799B1FDFF94}" srcOrd="0" destOrd="0" presId="urn:microsoft.com/office/officeart/2008/layout/PictureStrips"/>
    <dgm:cxn modelId="{13819554-C24C-4ED9-9D36-AD658A89D7D0}" type="presParOf" srcId="{0BFAEC51-0E3B-4250-A2F4-57165382DEF9}" destId="{1FD06899-4046-4397-B69C-A0980FE7FDF0}" srcOrd="1" destOrd="0" presId="urn:microsoft.com/office/officeart/2008/layout/PictureStrips"/>
    <dgm:cxn modelId="{AD1C61D5-79B8-43B4-8DAA-ABB7AC530DDB}" type="presParOf" srcId="{C9D7344F-D84F-4AE0-94BD-EAD8A6494851}" destId="{2E75C439-80AA-4795-AC74-AED070668759}" srcOrd="1" destOrd="0" presId="urn:microsoft.com/office/officeart/2008/layout/PictureStrips"/>
    <dgm:cxn modelId="{A79E17C8-A6E4-45A0-BF58-E8ACA98B9B98}" type="presParOf" srcId="{C9D7344F-D84F-4AE0-94BD-EAD8A6494851}" destId="{58A53379-D443-4EF0-AE73-E644DBD5D02C}" srcOrd="2" destOrd="0" presId="urn:microsoft.com/office/officeart/2008/layout/PictureStrips"/>
    <dgm:cxn modelId="{511F94CC-B31C-40A6-9678-2F4CC4DBE998}" type="presParOf" srcId="{58A53379-D443-4EF0-AE73-E644DBD5D02C}" destId="{DA72EE84-EBDC-4EB7-885D-D3CDA617BB71}" srcOrd="0" destOrd="0" presId="urn:microsoft.com/office/officeart/2008/layout/PictureStrips"/>
    <dgm:cxn modelId="{F12F4AA4-2F3E-40B2-9672-1887B5002ECF}" type="presParOf" srcId="{58A53379-D443-4EF0-AE73-E644DBD5D02C}" destId="{D71F1D82-7B5E-4A00-B407-C5903AEE90D6}" srcOrd="1" destOrd="0" presId="urn:microsoft.com/office/officeart/2008/layout/PictureStrips"/>
    <dgm:cxn modelId="{5DBE5307-0BA6-45AE-9778-AE8E6D306FDB}" type="presParOf" srcId="{C9D7344F-D84F-4AE0-94BD-EAD8A6494851}" destId="{1D96FD3A-0528-403D-AF7F-A59F2806240A}" srcOrd="3" destOrd="0" presId="urn:microsoft.com/office/officeart/2008/layout/PictureStrips"/>
    <dgm:cxn modelId="{C8BE7053-7AF6-4342-AB0F-40927DF17C5C}" type="presParOf" srcId="{C9D7344F-D84F-4AE0-94BD-EAD8A6494851}" destId="{5D12DCFB-C535-4799-9026-44FCB1291F34}" srcOrd="4" destOrd="0" presId="urn:microsoft.com/office/officeart/2008/layout/PictureStrips"/>
    <dgm:cxn modelId="{224F265F-7C84-4414-88A3-F141E647A9E0}" type="presParOf" srcId="{5D12DCFB-C535-4799-9026-44FCB1291F34}" destId="{AF102378-7DAD-4639-AEF8-1D029F0890D5}" srcOrd="0" destOrd="0" presId="urn:microsoft.com/office/officeart/2008/layout/PictureStrips"/>
    <dgm:cxn modelId="{C9E166F6-29F8-458C-9F35-607081F21EE9}" type="presParOf" srcId="{5D12DCFB-C535-4799-9026-44FCB1291F34}" destId="{6D01EC7A-E930-4959-A92C-58D8C18CBD68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B4C22-75AA-406E-9359-8E30C8E0792E}">
      <dsp:nvSpPr>
        <dsp:cNvPr id="0" name=""/>
        <dsp:cNvSpPr/>
      </dsp:nvSpPr>
      <dsp:spPr>
        <a:xfrm>
          <a:off x="655" y="0"/>
          <a:ext cx="2822837" cy="1937775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Desarrollo </a:t>
          </a:r>
          <a:r>
            <a:rPr lang="es-ES" sz="1400" kern="1200" dirty="0" err="1" smtClean="0"/>
            <a:t>Team</a:t>
          </a:r>
          <a:endParaRPr lang="es-ES" sz="1400" kern="1200" dirty="0"/>
        </a:p>
      </dsp:txBody>
      <dsp:txXfrm rot="16200000">
        <a:off x="-511548" y="512204"/>
        <a:ext cx="1588975" cy="564567"/>
      </dsp:txXfrm>
    </dsp:sp>
    <dsp:sp modelId="{1ACB5733-4909-4538-95DC-84DCC6DB5D07}">
      <dsp:nvSpPr>
        <dsp:cNvPr id="0" name=""/>
        <dsp:cNvSpPr/>
      </dsp:nvSpPr>
      <dsp:spPr>
        <a:xfrm>
          <a:off x="565223" y="0"/>
          <a:ext cx="2103013" cy="1937775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Solicitud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Solicitud de revisión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Correo de los archivos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Ticket adjunto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Programar el </a:t>
          </a:r>
          <a:r>
            <a:rPr lang="es-ES" sz="1400" kern="1200" dirty="0" err="1" smtClean="0"/>
            <a:t>Datafix</a:t>
          </a:r>
          <a:endParaRPr lang="es-ES" sz="1400" kern="1200" dirty="0"/>
        </a:p>
      </dsp:txBody>
      <dsp:txXfrm>
        <a:off x="565223" y="0"/>
        <a:ext cx="2103013" cy="1937775"/>
      </dsp:txXfrm>
    </dsp:sp>
    <dsp:sp modelId="{9DEB5D75-60CC-440B-9D09-8E696FB27B47}">
      <dsp:nvSpPr>
        <dsp:cNvPr id="0" name=""/>
        <dsp:cNvSpPr/>
      </dsp:nvSpPr>
      <dsp:spPr>
        <a:xfrm>
          <a:off x="2922292" y="0"/>
          <a:ext cx="2822837" cy="1937775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Equipo base de datos</a:t>
          </a:r>
          <a:endParaRPr lang="es-ES" sz="1400" kern="1200" dirty="0"/>
        </a:p>
      </dsp:txBody>
      <dsp:txXfrm rot="16200000">
        <a:off x="2410088" y="512204"/>
        <a:ext cx="1588975" cy="564567"/>
      </dsp:txXfrm>
    </dsp:sp>
    <dsp:sp modelId="{64255B6C-B00C-4750-B57F-7113C7FE2880}">
      <dsp:nvSpPr>
        <dsp:cNvPr id="0" name=""/>
        <dsp:cNvSpPr/>
      </dsp:nvSpPr>
      <dsp:spPr>
        <a:xfrm rot="5400000">
          <a:off x="2794048" y="1449137"/>
          <a:ext cx="284717" cy="423425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5FF27D2-AB4F-431D-9A58-F870ED8F6A8B}">
      <dsp:nvSpPr>
        <dsp:cNvPr id="0" name=""/>
        <dsp:cNvSpPr/>
      </dsp:nvSpPr>
      <dsp:spPr>
        <a:xfrm>
          <a:off x="3486860" y="0"/>
          <a:ext cx="2103013" cy="1937775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Proceso de </a:t>
          </a:r>
          <a:r>
            <a:rPr lang="es-ES" sz="1400" kern="1200" dirty="0" err="1" smtClean="0"/>
            <a:t>Datafix</a:t>
          </a: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Chequeo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Revisión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Validación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Planificación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Asignación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Ejecución</a:t>
          </a:r>
          <a:endParaRPr lang="es-ES" sz="1400" kern="1200" dirty="0"/>
        </a:p>
      </dsp:txBody>
      <dsp:txXfrm>
        <a:off x="3486860" y="0"/>
        <a:ext cx="2103013" cy="1937775"/>
      </dsp:txXfrm>
    </dsp:sp>
    <dsp:sp modelId="{A7D2DB2A-6CAC-4662-94BB-DD94184E825A}">
      <dsp:nvSpPr>
        <dsp:cNvPr id="0" name=""/>
        <dsp:cNvSpPr/>
      </dsp:nvSpPr>
      <dsp:spPr>
        <a:xfrm>
          <a:off x="5843929" y="0"/>
          <a:ext cx="2822837" cy="1937775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err="1" smtClean="0"/>
            <a:t>Ejecutador</a:t>
          </a:r>
          <a:r>
            <a:rPr lang="es-ES" sz="1400" kern="1200" dirty="0" smtClean="0"/>
            <a:t>/</a:t>
          </a:r>
          <a:r>
            <a:rPr lang="es-ES" sz="1400" kern="1200" dirty="0" err="1" smtClean="0"/>
            <a:t>Implemnetador</a:t>
          </a:r>
          <a:endParaRPr lang="es-ES" sz="1400" kern="1200" dirty="0"/>
        </a:p>
      </dsp:txBody>
      <dsp:txXfrm rot="16200000">
        <a:off x="5331725" y="512204"/>
        <a:ext cx="1588975" cy="564567"/>
      </dsp:txXfrm>
    </dsp:sp>
    <dsp:sp modelId="{EB3AC5D0-1D8A-4E3D-A941-008FDDF7C14B}">
      <dsp:nvSpPr>
        <dsp:cNvPr id="0" name=""/>
        <dsp:cNvSpPr/>
      </dsp:nvSpPr>
      <dsp:spPr>
        <a:xfrm rot="5400000">
          <a:off x="5715685" y="1449137"/>
          <a:ext cx="284717" cy="423425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6079BBAA-D064-447E-9E5A-0388CCE9658D}">
      <dsp:nvSpPr>
        <dsp:cNvPr id="0" name=""/>
        <dsp:cNvSpPr/>
      </dsp:nvSpPr>
      <dsp:spPr>
        <a:xfrm>
          <a:off x="6408497" y="0"/>
          <a:ext cx="2103013" cy="1937775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Revisión o </a:t>
          </a:r>
          <a:r>
            <a:rPr lang="es-ES" sz="1400" kern="1200" dirty="0" err="1" smtClean="0"/>
            <a:t>Rollback</a:t>
          </a: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Validar en línea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Ejecución con DEV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Análisis en caso de falla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Impacto en falla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Issues por script</a:t>
          </a:r>
          <a:endParaRPr lang="es-ES" sz="1400" kern="1200" dirty="0"/>
        </a:p>
      </dsp:txBody>
      <dsp:txXfrm>
        <a:off x="6408497" y="0"/>
        <a:ext cx="2103013" cy="1937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B4C22-75AA-406E-9359-8E30C8E0792E}">
      <dsp:nvSpPr>
        <dsp:cNvPr id="0" name=""/>
        <dsp:cNvSpPr/>
      </dsp:nvSpPr>
      <dsp:spPr>
        <a:xfrm>
          <a:off x="0" y="0"/>
          <a:ext cx="2822837" cy="1961145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Desarrollo </a:t>
          </a:r>
          <a:r>
            <a:rPr lang="es-ES" sz="1400" kern="1200" dirty="0" err="1" smtClean="0"/>
            <a:t>Team</a:t>
          </a:r>
          <a:endParaRPr lang="es-ES" sz="1400" kern="1200" dirty="0"/>
        </a:p>
      </dsp:txBody>
      <dsp:txXfrm rot="16200000">
        <a:off x="-521785" y="521785"/>
        <a:ext cx="1608138" cy="564567"/>
      </dsp:txXfrm>
    </dsp:sp>
    <dsp:sp modelId="{1ACB5733-4909-4538-95DC-84DCC6DB5D07}">
      <dsp:nvSpPr>
        <dsp:cNvPr id="0" name=""/>
        <dsp:cNvSpPr/>
      </dsp:nvSpPr>
      <dsp:spPr>
        <a:xfrm>
          <a:off x="564567" y="0"/>
          <a:ext cx="2103013" cy="19611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Solicitud -&gt; </a:t>
          </a:r>
          <a:r>
            <a:rPr lang="es-ES" sz="1400" kern="1200" dirty="0" smtClean="0"/>
            <a:t>App de Chequeo: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strike="sngStrike" kern="1200" dirty="0" smtClean="0"/>
            <a:t>Correo de los archivos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strike="sngStrike" kern="1200" dirty="0" smtClean="0"/>
            <a:t>Ticket adjunto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strike="noStrike" kern="1200" dirty="0" smtClean="0"/>
            <a:t>+ </a:t>
          </a:r>
          <a:r>
            <a:rPr lang="es-ES" sz="1400" b="1" strike="noStrike" kern="1200" dirty="0" err="1" smtClean="0"/>
            <a:t>MyCheck</a:t>
          </a:r>
          <a:r>
            <a:rPr lang="es-ES" sz="1400" b="1" strike="noStrike" kern="1200" dirty="0" smtClean="0"/>
            <a:t> </a:t>
          </a:r>
          <a:r>
            <a:rPr lang="es-ES" sz="1000" strike="noStrike" kern="1200" dirty="0" smtClean="0"/>
            <a:t>(</a:t>
          </a:r>
          <a:r>
            <a:rPr lang="es-ES" sz="1000" kern="1200" dirty="0" smtClean="0"/>
            <a:t>Sintaxis, emulación, Score, reglas</a:t>
          </a:r>
          <a:r>
            <a:rPr lang="es-ES" sz="1000" strike="noStrike" kern="1200" dirty="0" smtClean="0"/>
            <a:t>)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Programar el </a:t>
          </a:r>
          <a:r>
            <a:rPr lang="es-ES" sz="1400" kern="1200" dirty="0" err="1" smtClean="0"/>
            <a:t>Datafix</a:t>
          </a:r>
          <a:endParaRPr lang="es-ES" sz="1400" strike="sngStrike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strike="sngStrike" kern="1200" dirty="0"/>
        </a:p>
      </dsp:txBody>
      <dsp:txXfrm>
        <a:off x="564567" y="0"/>
        <a:ext cx="2103013" cy="1961145"/>
      </dsp:txXfrm>
    </dsp:sp>
    <dsp:sp modelId="{9DEB5D75-60CC-440B-9D09-8E696FB27B47}">
      <dsp:nvSpPr>
        <dsp:cNvPr id="0" name=""/>
        <dsp:cNvSpPr/>
      </dsp:nvSpPr>
      <dsp:spPr>
        <a:xfrm>
          <a:off x="2922292" y="0"/>
          <a:ext cx="2822837" cy="1961145"/>
        </a:xfrm>
        <a:prstGeom prst="roundRect">
          <a:avLst>
            <a:gd name="adj" fmla="val 5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Equipo base de datos</a:t>
          </a:r>
          <a:endParaRPr lang="es-ES" sz="1400" kern="1200" dirty="0"/>
        </a:p>
      </dsp:txBody>
      <dsp:txXfrm rot="16200000">
        <a:off x="2400507" y="521785"/>
        <a:ext cx="1608138" cy="564567"/>
      </dsp:txXfrm>
    </dsp:sp>
    <dsp:sp modelId="{64255B6C-B00C-4750-B57F-7113C7FE2880}">
      <dsp:nvSpPr>
        <dsp:cNvPr id="0" name=""/>
        <dsp:cNvSpPr/>
      </dsp:nvSpPr>
      <dsp:spPr>
        <a:xfrm rot="5400000">
          <a:off x="2792302" y="1469504"/>
          <a:ext cx="288208" cy="42342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F27D2-AB4F-431D-9A58-F870ED8F6A8B}">
      <dsp:nvSpPr>
        <dsp:cNvPr id="0" name=""/>
        <dsp:cNvSpPr/>
      </dsp:nvSpPr>
      <dsp:spPr>
        <a:xfrm>
          <a:off x="3486860" y="0"/>
          <a:ext cx="2103013" cy="19611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Proceso de </a:t>
          </a:r>
          <a:r>
            <a:rPr lang="es-ES" sz="1400" kern="1200" dirty="0" err="1" smtClean="0"/>
            <a:t>Datafix</a:t>
          </a:r>
          <a:endParaRPr lang="es-ES" sz="1400" kern="1200" dirty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strike="sngStrike" kern="1200" dirty="0" smtClean="0"/>
            <a:t>Chequeo, Revisión</a:t>
          </a:r>
          <a:endParaRPr lang="es-ES" sz="1400" strike="sngStrike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strike="sngStrike" kern="1200" dirty="0" smtClean="0"/>
            <a:t>Validación 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strike="noStrike" kern="1200" dirty="0" smtClean="0"/>
            <a:t>+ Reporte Score</a:t>
          </a:r>
          <a:endParaRPr lang="es-ES" sz="1400" b="1" strike="noStrike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Planificación</a:t>
          </a: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Asignación</a:t>
          </a: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Ejecución</a:t>
          </a:r>
          <a:endParaRPr lang="es-ES" sz="1400" kern="1200" dirty="0"/>
        </a:p>
      </dsp:txBody>
      <dsp:txXfrm>
        <a:off x="3486860" y="0"/>
        <a:ext cx="2103013" cy="1961145"/>
      </dsp:txXfrm>
    </dsp:sp>
    <dsp:sp modelId="{A7D2DB2A-6CAC-4662-94BB-DD94184E825A}">
      <dsp:nvSpPr>
        <dsp:cNvPr id="0" name=""/>
        <dsp:cNvSpPr/>
      </dsp:nvSpPr>
      <dsp:spPr>
        <a:xfrm>
          <a:off x="5843929" y="0"/>
          <a:ext cx="2822837" cy="1961145"/>
        </a:xfrm>
        <a:prstGeom prst="roundRect">
          <a:avLst>
            <a:gd name="adj" fmla="val 5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err="1" smtClean="0"/>
            <a:t>Ejecutador</a:t>
          </a:r>
          <a:r>
            <a:rPr lang="es-ES" sz="1400" kern="1200" dirty="0" smtClean="0"/>
            <a:t>/</a:t>
          </a:r>
          <a:r>
            <a:rPr lang="es-ES" sz="1400" kern="1200" dirty="0" err="1" smtClean="0"/>
            <a:t>Implemnetador</a:t>
          </a:r>
          <a:endParaRPr lang="es-ES" sz="1400" kern="1200" dirty="0"/>
        </a:p>
      </dsp:txBody>
      <dsp:txXfrm rot="16200000">
        <a:off x="5322143" y="521785"/>
        <a:ext cx="1608138" cy="564567"/>
      </dsp:txXfrm>
    </dsp:sp>
    <dsp:sp modelId="{EB3AC5D0-1D8A-4E3D-A941-008FDDF7C14B}">
      <dsp:nvSpPr>
        <dsp:cNvPr id="0" name=""/>
        <dsp:cNvSpPr/>
      </dsp:nvSpPr>
      <dsp:spPr>
        <a:xfrm rot="5400000">
          <a:off x="5713939" y="1469504"/>
          <a:ext cx="288208" cy="42342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9BBAA-D064-447E-9E5A-0388CCE9658D}">
      <dsp:nvSpPr>
        <dsp:cNvPr id="0" name=""/>
        <dsp:cNvSpPr/>
      </dsp:nvSpPr>
      <dsp:spPr>
        <a:xfrm>
          <a:off x="6408497" y="0"/>
          <a:ext cx="2103013" cy="19611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Revisión o </a:t>
          </a:r>
          <a:r>
            <a:rPr lang="es-ES" sz="1400" kern="1200" dirty="0" err="1" smtClean="0"/>
            <a:t>Rollback</a:t>
          </a:r>
          <a:endParaRPr lang="es-ES" sz="1400" kern="1200" dirty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Validar en línea</a:t>
          </a: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Ejecución con DEV</a:t>
          </a:r>
          <a:endParaRPr lang="es-ES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Análisis en caso de falla</a:t>
          </a:r>
          <a:endParaRPr lang="es-ES" sz="1400" kern="1200" dirty="0" smtClean="0"/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b="1" kern="1200" dirty="0" smtClean="0"/>
            <a:t>Impacto en falla (80% menor)</a:t>
          </a:r>
          <a:endParaRPr lang="es-ES" sz="1200" b="1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 dirty="0" smtClean="0"/>
            <a:t>Issues por script (90% menor)</a:t>
          </a:r>
          <a:endParaRPr lang="es-ES" sz="1400" b="1" kern="1200" dirty="0"/>
        </a:p>
      </dsp:txBody>
      <dsp:txXfrm>
        <a:off x="6408497" y="0"/>
        <a:ext cx="2103013" cy="1961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52BAB-59E9-4EDF-9D26-552DD4E1C62A}">
      <dsp:nvSpPr>
        <dsp:cNvPr id="0" name=""/>
        <dsp:cNvSpPr/>
      </dsp:nvSpPr>
      <dsp:spPr>
        <a:xfrm>
          <a:off x="2561" y="0"/>
          <a:ext cx="3120612" cy="46219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 smtClean="0"/>
            <a:t>1~2 días </a:t>
          </a:r>
          <a:endParaRPr lang="es-ES" sz="2700" kern="1200" dirty="0"/>
        </a:p>
      </dsp:txBody>
      <dsp:txXfrm>
        <a:off x="233660" y="0"/>
        <a:ext cx="2658414" cy="462198"/>
      </dsp:txXfrm>
    </dsp:sp>
    <dsp:sp modelId="{B69F8255-060E-4D29-974D-CCC85BBF92F4}">
      <dsp:nvSpPr>
        <dsp:cNvPr id="0" name=""/>
        <dsp:cNvSpPr/>
      </dsp:nvSpPr>
      <dsp:spPr>
        <a:xfrm>
          <a:off x="2811113" y="0"/>
          <a:ext cx="3120612" cy="46219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 smtClean="0"/>
            <a:t>3~5 </a:t>
          </a:r>
          <a:r>
            <a:rPr lang="es-ES" sz="2700" kern="1200" dirty="0" smtClean="0"/>
            <a:t>días</a:t>
          </a:r>
          <a:endParaRPr lang="es-ES" sz="2700" kern="1200" dirty="0"/>
        </a:p>
      </dsp:txBody>
      <dsp:txXfrm>
        <a:off x="3042212" y="0"/>
        <a:ext cx="2658414" cy="462198"/>
      </dsp:txXfrm>
    </dsp:sp>
    <dsp:sp modelId="{4853BF47-4A87-4EB9-9DD8-751FC0230257}">
      <dsp:nvSpPr>
        <dsp:cNvPr id="0" name=""/>
        <dsp:cNvSpPr/>
      </dsp:nvSpPr>
      <dsp:spPr>
        <a:xfrm>
          <a:off x="5622226" y="0"/>
          <a:ext cx="3120612" cy="46219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 smtClean="0"/>
            <a:t>4~6 horas</a:t>
          </a:r>
          <a:endParaRPr lang="es-ES" sz="2700" kern="1200" dirty="0"/>
        </a:p>
      </dsp:txBody>
      <dsp:txXfrm>
        <a:off x="5853325" y="0"/>
        <a:ext cx="2658414" cy="462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0E06C-8EEC-443E-BB8F-8A9702D84B6D}">
      <dsp:nvSpPr>
        <dsp:cNvPr id="0" name=""/>
        <dsp:cNvSpPr/>
      </dsp:nvSpPr>
      <dsp:spPr>
        <a:xfrm>
          <a:off x="2546" y="0"/>
          <a:ext cx="3102106" cy="3868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5Min</a:t>
          </a:r>
          <a:endParaRPr lang="es-ES" sz="2300" kern="1200" dirty="0"/>
        </a:p>
      </dsp:txBody>
      <dsp:txXfrm>
        <a:off x="195982" y="0"/>
        <a:ext cx="2715235" cy="386871"/>
      </dsp:txXfrm>
    </dsp:sp>
    <dsp:sp modelId="{98A1C492-2B65-4083-9D04-67553CB364A2}">
      <dsp:nvSpPr>
        <dsp:cNvPr id="0" name=""/>
        <dsp:cNvSpPr/>
      </dsp:nvSpPr>
      <dsp:spPr>
        <a:xfrm>
          <a:off x="2817943" y="0"/>
          <a:ext cx="3102106" cy="3868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1 día</a:t>
          </a:r>
          <a:endParaRPr lang="es-ES" sz="2300" kern="1200" dirty="0"/>
        </a:p>
      </dsp:txBody>
      <dsp:txXfrm>
        <a:off x="3011379" y="0"/>
        <a:ext cx="2715235" cy="386871"/>
      </dsp:txXfrm>
    </dsp:sp>
    <dsp:sp modelId="{4DCA9607-4681-4D39-B5DD-EAE523B8E46E}">
      <dsp:nvSpPr>
        <dsp:cNvPr id="0" name=""/>
        <dsp:cNvSpPr/>
      </dsp:nvSpPr>
      <dsp:spPr>
        <a:xfrm>
          <a:off x="5588884" y="0"/>
          <a:ext cx="3102106" cy="3868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4 ~ 8 horas</a:t>
          </a:r>
          <a:endParaRPr lang="es-ES" sz="2300" kern="1200" dirty="0"/>
        </a:p>
      </dsp:txBody>
      <dsp:txXfrm>
        <a:off x="5782320" y="0"/>
        <a:ext cx="2715235" cy="3868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0E06C-8EEC-443E-BB8F-8A9702D84B6D}">
      <dsp:nvSpPr>
        <dsp:cNvPr id="0" name=""/>
        <dsp:cNvSpPr/>
      </dsp:nvSpPr>
      <dsp:spPr>
        <a:xfrm>
          <a:off x="2559" y="0"/>
          <a:ext cx="3118931" cy="40443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5Min</a:t>
          </a:r>
          <a:endParaRPr lang="es-ES" sz="2400" kern="1200" dirty="0"/>
        </a:p>
      </dsp:txBody>
      <dsp:txXfrm>
        <a:off x="204777" y="0"/>
        <a:ext cx="2714495" cy="404436"/>
      </dsp:txXfrm>
    </dsp:sp>
    <dsp:sp modelId="{98A1C492-2B65-4083-9D04-67553CB364A2}">
      <dsp:nvSpPr>
        <dsp:cNvPr id="0" name=""/>
        <dsp:cNvSpPr/>
      </dsp:nvSpPr>
      <dsp:spPr>
        <a:xfrm>
          <a:off x="2833226" y="0"/>
          <a:ext cx="3118931" cy="40443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15 Min</a:t>
          </a:r>
          <a:endParaRPr lang="es-ES" sz="2400" kern="1200" dirty="0"/>
        </a:p>
      </dsp:txBody>
      <dsp:txXfrm>
        <a:off x="3035444" y="0"/>
        <a:ext cx="2714495" cy="404436"/>
      </dsp:txXfrm>
    </dsp:sp>
    <dsp:sp modelId="{4DCA9607-4681-4D39-B5DD-EAE523B8E46E}">
      <dsp:nvSpPr>
        <dsp:cNvPr id="0" name=""/>
        <dsp:cNvSpPr/>
      </dsp:nvSpPr>
      <dsp:spPr>
        <a:xfrm>
          <a:off x="5616635" y="0"/>
          <a:ext cx="3118931" cy="40443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&lt;4 horas</a:t>
          </a:r>
          <a:endParaRPr lang="es-ES" sz="2400" kern="1200" dirty="0"/>
        </a:p>
      </dsp:txBody>
      <dsp:txXfrm>
        <a:off x="5818853" y="0"/>
        <a:ext cx="2714495" cy="4044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0E06C-8EEC-443E-BB8F-8A9702D84B6D}">
      <dsp:nvSpPr>
        <dsp:cNvPr id="0" name=""/>
        <dsp:cNvSpPr/>
      </dsp:nvSpPr>
      <dsp:spPr>
        <a:xfrm>
          <a:off x="2546" y="0"/>
          <a:ext cx="3102106" cy="40443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5Min</a:t>
          </a:r>
          <a:endParaRPr lang="es-ES" sz="2400" kern="1200" dirty="0"/>
        </a:p>
      </dsp:txBody>
      <dsp:txXfrm>
        <a:off x="204764" y="0"/>
        <a:ext cx="2697670" cy="404436"/>
      </dsp:txXfrm>
    </dsp:sp>
    <dsp:sp modelId="{98A1C492-2B65-4083-9D04-67553CB364A2}">
      <dsp:nvSpPr>
        <dsp:cNvPr id="0" name=""/>
        <dsp:cNvSpPr/>
      </dsp:nvSpPr>
      <dsp:spPr>
        <a:xfrm>
          <a:off x="2817943" y="0"/>
          <a:ext cx="3102106" cy="40443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15 Min</a:t>
          </a:r>
          <a:endParaRPr lang="es-ES" sz="2400" kern="1200" dirty="0"/>
        </a:p>
      </dsp:txBody>
      <dsp:txXfrm>
        <a:off x="3020161" y="0"/>
        <a:ext cx="2697670" cy="404436"/>
      </dsp:txXfrm>
    </dsp:sp>
    <dsp:sp modelId="{4DCA9607-4681-4D39-B5DD-EAE523B8E46E}">
      <dsp:nvSpPr>
        <dsp:cNvPr id="0" name=""/>
        <dsp:cNvSpPr/>
      </dsp:nvSpPr>
      <dsp:spPr>
        <a:xfrm>
          <a:off x="5586338" y="0"/>
          <a:ext cx="3102106" cy="40443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30 Min</a:t>
          </a:r>
          <a:endParaRPr lang="es-ES" sz="2400" kern="1200" dirty="0"/>
        </a:p>
      </dsp:txBody>
      <dsp:txXfrm>
        <a:off x="5788556" y="0"/>
        <a:ext cx="2697670" cy="4044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F42C7-7CC2-4A8A-A614-6799B1FDFF94}">
      <dsp:nvSpPr>
        <dsp:cNvPr id="0" name=""/>
        <dsp:cNvSpPr/>
      </dsp:nvSpPr>
      <dsp:spPr>
        <a:xfrm>
          <a:off x="45133" y="93606"/>
          <a:ext cx="1083207" cy="3385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279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dirty="0" smtClean="0"/>
            <a:t>Fase 1</a:t>
          </a:r>
          <a:endParaRPr lang="es-ES" sz="1500" kern="1200" dirty="0"/>
        </a:p>
      </dsp:txBody>
      <dsp:txXfrm>
        <a:off x="45133" y="93606"/>
        <a:ext cx="1083207" cy="338502"/>
      </dsp:txXfrm>
    </dsp:sp>
    <dsp:sp modelId="{1FD06899-4046-4397-B69C-A0980FE7FDF0}">
      <dsp:nvSpPr>
        <dsp:cNvPr id="0" name=""/>
        <dsp:cNvSpPr/>
      </dsp:nvSpPr>
      <dsp:spPr>
        <a:xfrm>
          <a:off x="0" y="44711"/>
          <a:ext cx="236951" cy="35542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2EE84-EBDC-4EB7-885D-D3CDA617BB71}">
      <dsp:nvSpPr>
        <dsp:cNvPr id="0" name=""/>
        <dsp:cNvSpPr/>
      </dsp:nvSpPr>
      <dsp:spPr>
        <a:xfrm>
          <a:off x="45133" y="637455"/>
          <a:ext cx="1083207" cy="3385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279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dirty="0" smtClean="0"/>
            <a:t>Fase 2</a:t>
          </a:r>
          <a:endParaRPr lang="es-ES" sz="1500" kern="1200" dirty="0"/>
        </a:p>
      </dsp:txBody>
      <dsp:txXfrm>
        <a:off x="45133" y="637455"/>
        <a:ext cx="1083207" cy="338502"/>
      </dsp:txXfrm>
    </dsp:sp>
    <dsp:sp modelId="{D71F1D82-7B5E-4A00-B407-C5903AEE90D6}">
      <dsp:nvSpPr>
        <dsp:cNvPr id="0" name=""/>
        <dsp:cNvSpPr/>
      </dsp:nvSpPr>
      <dsp:spPr>
        <a:xfrm>
          <a:off x="0" y="588560"/>
          <a:ext cx="236951" cy="35542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102378-7DAD-4639-AEF8-1D029F0890D5}">
      <dsp:nvSpPr>
        <dsp:cNvPr id="0" name=""/>
        <dsp:cNvSpPr/>
      </dsp:nvSpPr>
      <dsp:spPr>
        <a:xfrm>
          <a:off x="45133" y="1181304"/>
          <a:ext cx="1083207" cy="3385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279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dirty="0" smtClean="0"/>
            <a:t>Fase 3</a:t>
          </a:r>
          <a:endParaRPr lang="es-ES" sz="1500" kern="1200" dirty="0"/>
        </a:p>
      </dsp:txBody>
      <dsp:txXfrm>
        <a:off x="45133" y="1181304"/>
        <a:ext cx="1083207" cy="338502"/>
      </dsp:txXfrm>
    </dsp:sp>
    <dsp:sp modelId="{6D01EC7A-E930-4959-A92C-58D8C18CBD68}">
      <dsp:nvSpPr>
        <dsp:cNvPr id="0" name=""/>
        <dsp:cNvSpPr/>
      </dsp:nvSpPr>
      <dsp:spPr>
        <a:xfrm>
          <a:off x="0" y="1132409"/>
          <a:ext cx="236951" cy="35542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3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6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7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1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08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5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5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3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AC69D-76AB-46FE-A6F6-4F09E682EF7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70596-96B1-45D0-BA54-A03F00680E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7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34" Type="http://schemas.openxmlformats.org/officeDocument/2006/relationships/diagramQuickStyle" Target="../diagrams/quickStyle7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33" Type="http://schemas.openxmlformats.org/officeDocument/2006/relationships/diagramLayout" Target="../diagrams/layout7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32" Type="http://schemas.openxmlformats.org/officeDocument/2006/relationships/diagramData" Target="../diagrams/data7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36" Type="http://schemas.microsoft.com/office/2007/relationships/diagramDrawing" Target="../diagrams/drawing7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Relationship Id="rId35" Type="http://schemas.openxmlformats.org/officeDocument/2006/relationships/diagramColors" Target="../diagrams/colors7.xml"/><Relationship Id="rId8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774812859"/>
              </p:ext>
            </p:extLst>
          </p:nvPr>
        </p:nvGraphicFramePr>
        <p:xfrm>
          <a:off x="1692634" y="975107"/>
          <a:ext cx="8667423" cy="193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426395422"/>
              </p:ext>
            </p:extLst>
          </p:nvPr>
        </p:nvGraphicFramePr>
        <p:xfrm>
          <a:off x="1669066" y="3016208"/>
          <a:ext cx="8667423" cy="1961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3844530609"/>
              </p:ext>
            </p:extLst>
          </p:nvPr>
        </p:nvGraphicFramePr>
        <p:xfrm>
          <a:off x="1617218" y="351737"/>
          <a:ext cx="8742839" cy="462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5" name="Diagrama 14"/>
          <p:cNvGraphicFramePr/>
          <p:nvPr>
            <p:extLst>
              <p:ext uri="{D42A27DB-BD31-4B8C-83A1-F6EECF244321}">
                <p14:modId xmlns:p14="http://schemas.microsoft.com/office/powerpoint/2010/main" val="3261898961"/>
              </p:ext>
            </p:extLst>
          </p:nvPr>
        </p:nvGraphicFramePr>
        <p:xfrm>
          <a:off x="1692634" y="5080679"/>
          <a:ext cx="8690991" cy="386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7" name="Diagrama 16"/>
          <p:cNvGraphicFramePr/>
          <p:nvPr>
            <p:extLst>
              <p:ext uri="{D42A27DB-BD31-4B8C-83A1-F6EECF244321}">
                <p14:modId xmlns:p14="http://schemas.microsoft.com/office/powerpoint/2010/main" val="1642615670"/>
              </p:ext>
            </p:extLst>
          </p:nvPr>
        </p:nvGraphicFramePr>
        <p:xfrm>
          <a:off x="1645498" y="5602667"/>
          <a:ext cx="8738127" cy="40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8" name="Diagrama 17"/>
          <p:cNvGraphicFramePr/>
          <p:nvPr>
            <p:extLst>
              <p:ext uri="{D42A27DB-BD31-4B8C-83A1-F6EECF244321}">
                <p14:modId xmlns:p14="http://schemas.microsoft.com/office/powerpoint/2010/main" val="753759085"/>
              </p:ext>
            </p:extLst>
          </p:nvPr>
        </p:nvGraphicFramePr>
        <p:xfrm>
          <a:off x="1645498" y="6142220"/>
          <a:ext cx="8690991" cy="40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sp>
        <p:nvSpPr>
          <p:cNvPr id="19" name="CuadroTexto 18"/>
          <p:cNvSpPr txBox="1"/>
          <p:nvPr/>
        </p:nvSpPr>
        <p:spPr>
          <a:xfrm>
            <a:off x="499621" y="198830"/>
            <a:ext cx="893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Tiempo</a:t>
            </a:r>
          </a:p>
          <a:p>
            <a:r>
              <a:rPr lang="es-MX" dirty="0" smtClean="0"/>
              <a:t>Actual</a:t>
            </a:r>
            <a:endParaRPr lang="en-U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163922" y="5343219"/>
            <a:ext cx="14400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Tiempo </a:t>
            </a:r>
          </a:p>
          <a:p>
            <a:pPr algn="ctr"/>
            <a:r>
              <a:rPr lang="es-MX" dirty="0" smtClean="0"/>
              <a:t>Agilizado</a:t>
            </a:r>
          </a:p>
          <a:p>
            <a:pPr algn="ctr"/>
            <a:r>
              <a:rPr lang="es-MX" dirty="0" smtClean="0"/>
              <a:t>Con </a:t>
            </a:r>
            <a:r>
              <a:rPr lang="es-MX" dirty="0" err="1" smtClean="0"/>
              <a:t>Mycheck</a:t>
            </a:r>
            <a:endParaRPr lang="en-US" dirty="0"/>
          </a:p>
        </p:txBody>
      </p:sp>
      <p:graphicFrame>
        <p:nvGraphicFramePr>
          <p:cNvPr id="21" name="Diagrama 20"/>
          <p:cNvGraphicFramePr/>
          <p:nvPr>
            <p:extLst>
              <p:ext uri="{D42A27DB-BD31-4B8C-83A1-F6EECF244321}">
                <p14:modId xmlns:p14="http://schemas.microsoft.com/office/powerpoint/2010/main" val="1175221557"/>
              </p:ext>
            </p:extLst>
          </p:nvPr>
        </p:nvGraphicFramePr>
        <p:xfrm>
          <a:off x="10466629" y="5022625"/>
          <a:ext cx="1128341" cy="1564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sp>
        <p:nvSpPr>
          <p:cNvPr id="22" name="CuadroTexto 21"/>
          <p:cNvSpPr txBox="1"/>
          <p:nvPr/>
        </p:nvSpPr>
        <p:spPr>
          <a:xfrm>
            <a:off x="309465" y="2111602"/>
            <a:ext cx="1083349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2000" b="1" dirty="0" smtClean="0"/>
              <a:t>Proceso</a:t>
            </a:r>
          </a:p>
          <a:p>
            <a:pPr algn="ctr"/>
            <a:r>
              <a:rPr lang="es-MX" sz="2000" b="1" dirty="0" smtClean="0"/>
              <a:t>De</a:t>
            </a:r>
          </a:p>
          <a:p>
            <a:pPr algn="ctr"/>
            <a:r>
              <a:rPr lang="es-MX" sz="2000" b="1" dirty="0" err="1" smtClean="0"/>
              <a:t>Datafix</a:t>
            </a:r>
            <a:endParaRPr lang="es-MX" sz="2000" b="1" dirty="0" smtClean="0"/>
          </a:p>
          <a:p>
            <a:pPr algn="ctr"/>
            <a:r>
              <a:rPr lang="es-MX" sz="2000" b="1" dirty="0" smtClean="0"/>
              <a:t>Oracle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6588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sz="6600" b="1" strike="noStrike" dirty="0" smtClean="0"/>
              <a:t>+ </a:t>
            </a:r>
            <a:r>
              <a:rPr lang="es-ES" sz="6600" b="1" strike="noStrike" dirty="0" err="1" smtClean="0"/>
              <a:t>MyCheck</a:t>
            </a:r>
            <a:r>
              <a:rPr lang="es-ES" sz="6600" b="1" strike="noStrike" dirty="0" smtClean="0"/>
              <a:t> </a:t>
            </a:r>
            <a:r>
              <a:rPr lang="es-ES" dirty="0"/>
              <a:t>(Sintaxis, emulación, Score, reglas)</a:t>
            </a:r>
            <a:br>
              <a:rPr lang="es-ES" dirty="0"/>
            </a:b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933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176</Words>
  <Application>Microsoft Office PowerPoint</Application>
  <PresentationFormat>Panorámica</PresentationFormat>
  <Paragraphs>69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+ MyCheck (Sintaxis, emulación, Score, reglas)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Usuario de Windows</cp:lastModifiedBy>
  <cp:revision>5</cp:revision>
  <dcterms:created xsi:type="dcterms:W3CDTF">2026-05-07T15:14:52Z</dcterms:created>
  <dcterms:modified xsi:type="dcterms:W3CDTF">2026-05-07T15:43:53Z</dcterms:modified>
</cp:coreProperties>
</file>